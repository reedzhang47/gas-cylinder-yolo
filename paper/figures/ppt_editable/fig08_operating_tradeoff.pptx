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07C0C-2117-45DC-88D2-D32080AF28D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8AD8C-3623-45F3-B8D0-C0A52B163A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52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Source: experiments/v4_protocol/per_image/per_image_{real93v4,aug1085v4,gen1085v4}.json joint OOF caches. 61 development images,72 GT objects,IoU.50. Thresholds.05..95 plus.25,.50. Curves are native line segments, not images; only successive unique operating points retained. D pending.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8AD8C-3623-45F3-B8D0-C0A52B163AB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68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0CC28-3417-2604-4F69-E96B740B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D93009-FCD6-0C87-6B7C-19A238901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D6D24-EEE1-ADF4-75A9-A4C065289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97D2E8-DDB4-B7EF-38B4-0166BC1E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3FC3A-61DC-05BF-5208-D4C0F517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5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A34DF-7AF1-716C-2BF1-6B49BD06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79D5B-238F-6307-B30C-7DA6AE696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6912F-62D1-F2A0-BDC6-58080C26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DE9B2-5BD4-0CBA-A25A-03EA8848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A8A7F1-B597-C52F-4CF8-3ACB1020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51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6A247-6B11-6B6A-CEF2-2C61CF818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4DAAB8-FA26-D45B-2A74-1C00F375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EEFE1-87DF-BD91-6458-AA93794A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E01640-5A74-819F-E10D-DF55B746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8770-173C-722C-BE70-1A9CF0F0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25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242C5-9D09-D21B-0F21-B1DDD64E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A05AA3-3E54-A55F-5A8F-1C17B6C46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118D8B-133C-E755-6DAA-08D5ED6C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CED10-CA00-95A7-81C3-6EBB8EEE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CB64AB-C705-EC79-4C28-2ACABC71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8688C6-303E-AAE6-DE21-068BDDEF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75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C83EF-77C6-C4D9-2451-3B439263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2DA83E-0489-9C7B-BD46-A520A2F9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2C91FB-820D-B7CB-F3D3-A690F336B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F9FCA0-944C-AC5A-8C36-DE8945A13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522C76-D8E6-AFDE-8E34-093D9868A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36A08E-1E39-162E-619F-A92E8A3F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1B4724-7643-D036-3505-9FC67A6CD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2AE914-1935-AF33-993E-A5810FB6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20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D7352-2792-A950-E675-6E6EC87E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4FC39F-1491-35D7-F3AF-34942B08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93D0E5-6FE5-7939-6FF8-30165202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1157A4-4484-D23C-A68D-9BB3ECC8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89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B579C2-292D-CF6D-32D7-672CAEE4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776B0C-C4E7-8E65-C564-2A27CF61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6ACB2B-947E-485C-BB47-A7910128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04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AC4BB-6CBF-FF7D-8F89-46A75C5F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0CF176-1D0A-6F75-F153-D97AB6E5E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CE8E78-7A7E-E704-D73B-743061047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2B71A-A405-1315-E68B-031240D3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4196C-8A91-D047-D1FA-B554F812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6C203-D75A-9843-9335-64343652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1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1B4C7-48B2-5A2A-52A1-E0CFB474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417926-2ACF-7F7F-6A05-428E15D787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5D7547-28DA-0584-F6FD-A9ADE1225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A2E906-5E83-4CC3-5559-E5D2AF28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AF790F-EB3D-0A2C-34FC-5F4FBFAD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458243-640C-B226-FDA6-4CF90C21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58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4E1F3-F500-02AC-EC71-A2FA02D5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D9FA1-17E9-F9BB-EB03-4A3A63EAB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499B5-0182-85F1-EBED-0342CB0F1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B0776-1F55-0FCA-6AEC-36FA837D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5EBDC-11AE-7976-E9D3-EA6F98C1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85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704009-B811-E15E-DD72-345323631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DF1B0E-DCC1-68C2-B1A7-8C10B5B15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4E2967-497A-30FF-AEA1-A5EF6B32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CAB6F9-0B1F-8AF6-A5DE-B6D29117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9D59B-5C47-0799-E283-D4C3A67B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19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C8FEAB-DE5F-8561-609E-AF17E6E0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DBA42-76F1-AE3E-565E-C800FDD36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02B31-3737-F818-2C8A-9C28FA3C8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08D46-09BA-4210-A555-D685BAB0BCF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F1C8D-D158-F55C-06DE-61EB49955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04344-71CA-3370-F45E-97126B242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5FB55-6EC1-4468-9691-0B6C29E1E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08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45C5AC79-FDF2-DB2A-65BB-45B0D2FDE436}"/>
              </a:ext>
            </a:extLst>
          </p:cNvPr>
          <p:cNvSpPr txBox="1"/>
          <p:nvPr/>
        </p:nvSpPr>
        <p:spPr>
          <a:xfrm>
            <a:off x="355600" y="228599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202020"/>
                </a:solidFill>
                <a:latin typeface="Times New Roman" panose="02020603050405020304" pitchFamily="18" charset="0"/>
              </a:rPr>
              <a:t>Missed objects and false positives across confidence thresholds</a:t>
            </a:r>
            <a:endParaRPr lang="zh-CN" altLang="en-US" sz="22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7A9E9B1B-299A-228C-ED61-E17002985503}"/>
              </a:ext>
            </a:extLst>
          </p:cNvPr>
          <p:cNvSpPr txBox="1"/>
          <p:nvPr/>
        </p:nvSpPr>
        <p:spPr>
          <a:xfrm>
            <a:off x="368300" y="952499"/>
            <a:ext cx="73025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(a) Pooled held-out operating curves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_003">
            <a:extLst>
              <a:ext uri="{FF2B5EF4-FFF2-40B4-BE49-F238E27FC236}">
                <a16:creationId xmlns:a16="http://schemas.microsoft.com/office/drawing/2014/main" id="{238FC30D-DADB-8CF4-D86B-BA6CDCB20E43}"/>
              </a:ext>
            </a:extLst>
          </p:cNvPr>
          <p:cNvSpPr txBox="1"/>
          <p:nvPr/>
        </p:nvSpPr>
        <p:spPr>
          <a:xfrm>
            <a:off x="8826500" y="952499"/>
            <a:ext cx="3048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(b) Confidence ≥ 0.25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line_004">
            <a:extLst>
              <a:ext uri="{FF2B5EF4-FFF2-40B4-BE49-F238E27FC236}">
                <a16:creationId xmlns:a16="http://schemas.microsoft.com/office/drawing/2014/main" id="{4506579A-2C53-926B-FA4A-05BE50FAAE0F}"/>
              </a:ext>
            </a:extLst>
          </p:cNvPr>
          <p:cNvCxnSpPr/>
          <p:nvPr/>
        </p:nvCxnSpPr>
        <p:spPr>
          <a:xfrm>
            <a:off x="1231900" y="2006600"/>
            <a:ext cx="0" cy="44958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ine_005">
            <a:extLst>
              <a:ext uri="{FF2B5EF4-FFF2-40B4-BE49-F238E27FC236}">
                <a16:creationId xmlns:a16="http://schemas.microsoft.com/office/drawing/2014/main" id="{E7E646B7-FADC-1927-4915-817FA55C0611}"/>
              </a:ext>
            </a:extLst>
          </p:cNvPr>
          <p:cNvCxnSpPr/>
          <p:nvPr/>
        </p:nvCxnSpPr>
        <p:spPr>
          <a:xfrm>
            <a:off x="1231900" y="6502400"/>
            <a:ext cx="68326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_006">
            <a:extLst>
              <a:ext uri="{FF2B5EF4-FFF2-40B4-BE49-F238E27FC236}">
                <a16:creationId xmlns:a16="http://schemas.microsoft.com/office/drawing/2014/main" id="{D1DECACA-E7C9-0231-7207-2629C17A80E2}"/>
              </a:ext>
            </a:extLst>
          </p:cNvPr>
          <p:cNvCxnSpPr/>
          <p:nvPr/>
        </p:nvCxnSpPr>
        <p:spPr>
          <a:xfrm>
            <a:off x="1231900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_007">
            <a:extLst>
              <a:ext uri="{FF2B5EF4-FFF2-40B4-BE49-F238E27FC236}">
                <a16:creationId xmlns:a16="http://schemas.microsoft.com/office/drawing/2014/main" id="{C82D6897-F1CE-7AA2-7406-D4A901CB0779}"/>
              </a:ext>
            </a:extLst>
          </p:cNvPr>
          <p:cNvSpPr txBox="1"/>
          <p:nvPr/>
        </p:nvSpPr>
        <p:spPr>
          <a:xfrm>
            <a:off x="1028700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line_008">
            <a:extLst>
              <a:ext uri="{FF2B5EF4-FFF2-40B4-BE49-F238E27FC236}">
                <a16:creationId xmlns:a16="http://schemas.microsoft.com/office/drawing/2014/main" id="{4BC5952F-EFF4-49AD-2FDB-84DDAA3C4C32}"/>
              </a:ext>
            </a:extLst>
          </p:cNvPr>
          <p:cNvCxnSpPr/>
          <p:nvPr/>
        </p:nvCxnSpPr>
        <p:spPr>
          <a:xfrm>
            <a:off x="2207986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_009">
            <a:extLst>
              <a:ext uri="{FF2B5EF4-FFF2-40B4-BE49-F238E27FC236}">
                <a16:creationId xmlns:a16="http://schemas.microsoft.com/office/drawing/2014/main" id="{69107F3E-838C-CF1E-C1F8-7F88DE98CB82}"/>
              </a:ext>
            </a:extLst>
          </p:cNvPr>
          <p:cNvSpPr txBox="1"/>
          <p:nvPr/>
        </p:nvSpPr>
        <p:spPr>
          <a:xfrm>
            <a:off x="2004786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line_010">
            <a:extLst>
              <a:ext uri="{FF2B5EF4-FFF2-40B4-BE49-F238E27FC236}">
                <a16:creationId xmlns:a16="http://schemas.microsoft.com/office/drawing/2014/main" id="{45466DF9-7271-02DC-C686-1C9FA5665E1B}"/>
              </a:ext>
            </a:extLst>
          </p:cNvPr>
          <p:cNvCxnSpPr/>
          <p:nvPr/>
        </p:nvCxnSpPr>
        <p:spPr>
          <a:xfrm>
            <a:off x="3184071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_011">
            <a:extLst>
              <a:ext uri="{FF2B5EF4-FFF2-40B4-BE49-F238E27FC236}">
                <a16:creationId xmlns:a16="http://schemas.microsoft.com/office/drawing/2014/main" id="{E63CB04A-A4FA-16A5-23F7-26137813318C}"/>
              </a:ext>
            </a:extLst>
          </p:cNvPr>
          <p:cNvSpPr txBox="1"/>
          <p:nvPr/>
        </p:nvSpPr>
        <p:spPr>
          <a:xfrm>
            <a:off x="2980871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line_012">
            <a:extLst>
              <a:ext uri="{FF2B5EF4-FFF2-40B4-BE49-F238E27FC236}">
                <a16:creationId xmlns:a16="http://schemas.microsoft.com/office/drawing/2014/main" id="{209483F3-45FA-B9D5-85F5-9E9EA73303A0}"/>
              </a:ext>
            </a:extLst>
          </p:cNvPr>
          <p:cNvCxnSpPr/>
          <p:nvPr/>
        </p:nvCxnSpPr>
        <p:spPr>
          <a:xfrm>
            <a:off x="4160157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_013">
            <a:extLst>
              <a:ext uri="{FF2B5EF4-FFF2-40B4-BE49-F238E27FC236}">
                <a16:creationId xmlns:a16="http://schemas.microsoft.com/office/drawing/2014/main" id="{057CB157-504C-2ACE-2ECA-3A591574AB53}"/>
              </a:ext>
            </a:extLst>
          </p:cNvPr>
          <p:cNvSpPr txBox="1"/>
          <p:nvPr/>
        </p:nvSpPr>
        <p:spPr>
          <a:xfrm>
            <a:off x="3956957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0.3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line_014">
            <a:extLst>
              <a:ext uri="{FF2B5EF4-FFF2-40B4-BE49-F238E27FC236}">
                <a16:creationId xmlns:a16="http://schemas.microsoft.com/office/drawing/2014/main" id="{4FDCB895-9554-C209-F3D7-9FEEAD6D3DE4}"/>
              </a:ext>
            </a:extLst>
          </p:cNvPr>
          <p:cNvCxnSpPr/>
          <p:nvPr/>
        </p:nvCxnSpPr>
        <p:spPr>
          <a:xfrm>
            <a:off x="5136243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015">
            <a:extLst>
              <a:ext uri="{FF2B5EF4-FFF2-40B4-BE49-F238E27FC236}">
                <a16:creationId xmlns:a16="http://schemas.microsoft.com/office/drawing/2014/main" id="{77B8E8C4-45A5-B5CE-B272-59997BAD96CF}"/>
              </a:ext>
            </a:extLst>
          </p:cNvPr>
          <p:cNvSpPr txBox="1"/>
          <p:nvPr/>
        </p:nvSpPr>
        <p:spPr>
          <a:xfrm>
            <a:off x="4933043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0.4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line_016">
            <a:extLst>
              <a:ext uri="{FF2B5EF4-FFF2-40B4-BE49-F238E27FC236}">
                <a16:creationId xmlns:a16="http://schemas.microsoft.com/office/drawing/2014/main" id="{D79E3496-37CD-C4E7-BE1D-076ED1FE5F76}"/>
              </a:ext>
            </a:extLst>
          </p:cNvPr>
          <p:cNvCxnSpPr/>
          <p:nvPr/>
        </p:nvCxnSpPr>
        <p:spPr>
          <a:xfrm>
            <a:off x="6112328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_017">
            <a:extLst>
              <a:ext uri="{FF2B5EF4-FFF2-40B4-BE49-F238E27FC236}">
                <a16:creationId xmlns:a16="http://schemas.microsoft.com/office/drawing/2014/main" id="{40CD4FBE-6F69-EA9C-5BE3-DC57C77D3323}"/>
              </a:ext>
            </a:extLst>
          </p:cNvPr>
          <p:cNvSpPr txBox="1"/>
          <p:nvPr/>
        </p:nvSpPr>
        <p:spPr>
          <a:xfrm>
            <a:off x="5909128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0.5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line_018">
            <a:extLst>
              <a:ext uri="{FF2B5EF4-FFF2-40B4-BE49-F238E27FC236}">
                <a16:creationId xmlns:a16="http://schemas.microsoft.com/office/drawing/2014/main" id="{3E956921-E5E5-657C-0A22-96CA577D5C02}"/>
              </a:ext>
            </a:extLst>
          </p:cNvPr>
          <p:cNvCxnSpPr/>
          <p:nvPr/>
        </p:nvCxnSpPr>
        <p:spPr>
          <a:xfrm>
            <a:off x="7088415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_019">
            <a:extLst>
              <a:ext uri="{FF2B5EF4-FFF2-40B4-BE49-F238E27FC236}">
                <a16:creationId xmlns:a16="http://schemas.microsoft.com/office/drawing/2014/main" id="{E959DA1C-D015-3B49-88ED-3A9FF51AB860}"/>
              </a:ext>
            </a:extLst>
          </p:cNvPr>
          <p:cNvSpPr txBox="1"/>
          <p:nvPr/>
        </p:nvSpPr>
        <p:spPr>
          <a:xfrm>
            <a:off x="6885215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0.6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line_020">
            <a:extLst>
              <a:ext uri="{FF2B5EF4-FFF2-40B4-BE49-F238E27FC236}">
                <a16:creationId xmlns:a16="http://schemas.microsoft.com/office/drawing/2014/main" id="{13B97840-0E20-F152-FB29-91E295ADC8EF}"/>
              </a:ext>
            </a:extLst>
          </p:cNvPr>
          <p:cNvCxnSpPr/>
          <p:nvPr/>
        </p:nvCxnSpPr>
        <p:spPr>
          <a:xfrm>
            <a:off x="8064500" y="6502400"/>
            <a:ext cx="0" cy="5080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_021">
            <a:extLst>
              <a:ext uri="{FF2B5EF4-FFF2-40B4-BE49-F238E27FC236}">
                <a16:creationId xmlns:a16="http://schemas.microsoft.com/office/drawing/2014/main" id="{56BF839A-6137-ABEB-B4BF-C3095130FC71}"/>
              </a:ext>
            </a:extLst>
          </p:cNvPr>
          <p:cNvSpPr txBox="1"/>
          <p:nvPr/>
        </p:nvSpPr>
        <p:spPr>
          <a:xfrm>
            <a:off x="7861300" y="6616700"/>
            <a:ext cx="406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0.7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3" name="line_022">
            <a:extLst>
              <a:ext uri="{FF2B5EF4-FFF2-40B4-BE49-F238E27FC236}">
                <a16:creationId xmlns:a16="http://schemas.microsoft.com/office/drawing/2014/main" id="{1949E8D0-E20D-B478-CF6E-424A2B4A36F3}"/>
              </a:ext>
            </a:extLst>
          </p:cNvPr>
          <p:cNvCxnSpPr/>
          <p:nvPr/>
        </p:nvCxnSpPr>
        <p:spPr>
          <a:xfrm>
            <a:off x="1181100" y="65024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_023">
            <a:extLst>
              <a:ext uri="{FF2B5EF4-FFF2-40B4-BE49-F238E27FC236}">
                <a16:creationId xmlns:a16="http://schemas.microsoft.com/office/drawing/2014/main" id="{EFDB8332-6E6E-5C8A-8F67-020616A82FE2}"/>
              </a:ext>
            </a:extLst>
          </p:cNvPr>
          <p:cNvSpPr txBox="1"/>
          <p:nvPr/>
        </p:nvSpPr>
        <p:spPr>
          <a:xfrm>
            <a:off x="711200" y="63881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5" name="line_024">
            <a:extLst>
              <a:ext uri="{FF2B5EF4-FFF2-40B4-BE49-F238E27FC236}">
                <a16:creationId xmlns:a16="http://schemas.microsoft.com/office/drawing/2014/main" id="{C6543888-9309-C180-B717-0015419D42F1}"/>
              </a:ext>
            </a:extLst>
          </p:cNvPr>
          <p:cNvCxnSpPr/>
          <p:nvPr/>
        </p:nvCxnSpPr>
        <p:spPr>
          <a:xfrm>
            <a:off x="1181100" y="560324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_025">
            <a:extLst>
              <a:ext uri="{FF2B5EF4-FFF2-40B4-BE49-F238E27FC236}">
                <a16:creationId xmlns:a16="http://schemas.microsoft.com/office/drawing/2014/main" id="{719121DB-2033-150E-62CC-D7362B92F086}"/>
              </a:ext>
            </a:extLst>
          </p:cNvPr>
          <p:cNvSpPr txBox="1"/>
          <p:nvPr/>
        </p:nvSpPr>
        <p:spPr>
          <a:xfrm>
            <a:off x="711200" y="548894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7" name="line_026">
            <a:extLst>
              <a:ext uri="{FF2B5EF4-FFF2-40B4-BE49-F238E27FC236}">
                <a16:creationId xmlns:a16="http://schemas.microsoft.com/office/drawing/2014/main" id="{A24767FC-94CC-A68D-7DEB-A6B6A2484E16}"/>
              </a:ext>
            </a:extLst>
          </p:cNvPr>
          <p:cNvCxnSpPr/>
          <p:nvPr/>
        </p:nvCxnSpPr>
        <p:spPr>
          <a:xfrm>
            <a:off x="1231900" y="5603240"/>
            <a:ext cx="6832600" cy="0"/>
          </a:xfrm>
          <a:prstGeom prst="line">
            <a:avLst/>
          </a:prstGeom>
          <a:ln w="444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027">
            <a:extLst>
              <a:ext uri="{FF2B5EF4-FFF2-40B4-BE49-F238E27FC236}">
                <a16:creationId xmlns:a16="http://schemas.microsoft.com/office/drawing/2014/main" id="{A96FE4BA-3B74-CA48-B471-CA1C77097DE3}"/>
              </a:ext>
            </a:extLst>
          </p:cNvPr>
          <p:cNvCxnSpPr/>
          <p:nvPr/>
        </p:nvCxnSpPr>
        <p:spPr>
          <a:xfrm>
            <a:off x="1181100" y="470408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_028">
            <a:extLst>
              <a:ext uri="{FF2B5EF4-FFF2-40B4-BE49-F238E27FC236}">
                <a16:creationId xmlns:a16="http://schemas.microsoft.com/office/drawing/2014/main" id="{D195FF38-3CC2-D96C-1543-E8DBD40A9FEB}"/>
              </a:ext>
            </a:extLst>
          </p:cNvPr>
          <p:cNvSpPr txBox="1"/>
          <p:nvPr/>
        </p:nvSpPr>
        <p:spPr>
          <a:xfrm>
            <a:off x="711200" y="458978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0.4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30" name="line_029">
            <a:extLst>
              <a:ext uri="{FF2B5EF4-FFF2-40B4-BE49-F238E27FC236}">
                <a16:creationId xmlns:a16="http://schemas.microsoft.com/office/drawing/2014/main" id="{50368B9B-90B4-9C07-EE2A-C3712EDC2054}"/>
              </a:ext>
            </a:extLst>
          </p:cNvPr>
          <p:cNvCxnSpPr/>
          <p:nvPr/>
        </p:nvCxnSpPr>
        <p:spPr>
          <a:xfrm>
            <a:off x="1231900" y="4704080"/>
            <a:ext cx="6832600" cy="0"/>
          </a:xfrm>
          <a:prstGeom prst="line">
            <a:avLst/>
          </a:prstGeom>
          <a:ln w="444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030">
            <a:extLst>
              <a:ext uri="{FF2B5EF4-FFF2-40B4-BE49-F238E27FC236}">
                <a16:creationId xmlns:a16="http://schemas.microsoft.com/office/drawing/2014/main" id="{E2B57C84-6C4C-5584-CA1B-BFD40F2ECC73}"/>
              </a:ext>
            </a:extLst>
          </p:cNvPr>
          <p:cNvCxnSpPr/>
          <p:nvPr/>
        </p:nvCxnSpPr>
        <p:spPr>
          <a:xfrm>
            <a:off x="1181100" y="380492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_031">
            <a:extLst>
              <a:ext uri="{FF2B5EF4-FFF2-40B4-BE49-F238E27FC236}">
                <a16:creationId xmlns:a16="http://schemas.microsoft.com/office/drawing/2014/main" id="{3C21E422-51BD-F07C-F4B3-8DBB195AA4A9}"/>
              </a:ext>
            </a:extLst>
          </p:cNvPr>
          <p:cNvSpPr txBox="1"/>
          <p:nvPr/>
        </p:nvSpPr>
        <p:spPr>
          <a:xfrm>
            <a:off x="711200" y="369062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0.6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33" name="line_032">
            <a:extLst>
              <a:ext uri="{FF2B5EF4-FFF2-40B4-BE49-F238E27FC236}">
                <a16:creationId xmlns:a16="http://schemas.microsoft.com/office/drawing/2014/main" id="{B3DE7C0C-7166-6631-DD17-970141D02F41}"/>
              </a:ext>
            </a:extLst>
          </p:cNvPr>
          <p:cNvCxnSpPr/>
          <p:nvPr/>
        </p:nvCxnSpPr>
        <p:spPr>
          <a:xfrm>
            <a:off x="1231900" y="3804920"/>
            <a:ext cx="6832600" cy="0"/>
          </a:xfrm>
          <a:prstGeom prst="line">
            <a:avLst/>
          </a:prstGeom>
          <a:ln w="444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_033">
            <a:extLst>
              <a:ext uri="{FF2B5EF4-FFF2-40B4-BE49-F238E27FC236}">
                <a16:creationId xmlns:a16="http://schemas.microsoft.com/office/drawing/2014/main" id="{252D6E21-46EE-31A8-B2A3-90A62FE2941E}"/>
              </a:ext>
            </a:extLst>
          </p:cNvPr>
          <p:cNvCxnSpPr/>
          <p:nvPr/>
        </p:nvCxnSpPr>
        <p:spPr>
          <a:xfrm>
            <a:off x="1181100" y="290576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_034">
            <a:extLst>
              <a:ext uri="{FF2B5EF4-FFF2-40B4-BE49-F238E27FC236}">
                <a16:creationId xmlns:a16="http://schemas.microsoft.com/office/drawing/2014/main" id="{491A16C5-D796-97B9-58CB-FCE825421505}"/>
              </a:ext>
            </a:extLst>
          </p:cNvPr>
          <p:cNvSpPr txBox="1"/>
          <p:nvPr/>
        </p:nvSpPr>
        <p:spPr>
          <a:xfrm>
            <a:off x="711200" y="279146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0.8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36" name="line_035">
            <a:extLst>
              <a:ext uri="{FF2B5EF4-FFF2-40B4-BE49-F238E27FC236}">
                <a16:creationId xmlns:a16="http://schemas.microsoft.com/office/drawing/2014/main" id="{6E81592E-B3E1-D18A-2340-5AFCB6A35F8B}"/>
              </a:ext>
            </a:extLst>
          </p:cNvPr>
          <p:cNvCxnSpPr/>
          <p:nvPr/>
        </p:nvCxnSpPr>
        <p:spPr>
          <a:xfrm>
            <a:off x="1231900" y="2905760"/>
            <a:ext cx="6832600" cy="0"/>
          </a:xfrm>
          <a:prstGeom prst="line">
            <a:avLst/>
          </a:prstGeom>
          <a:ln w="444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e_036">
            <a:extLst>
              <a:ext uri="{FF2B5EF4-FFF2-40B4-BE49-F238E27FC236}">
                <a16:creationId xmlns:a16="http://schemas.microsoft.com/office/drawing/2014/main" id="{C9E4ED84-C954-4653-C078-987C66E16C06}"/>
              </a:ext>
            </a:extLst>
          </p:cNvPr>
          <p:cNvCxnSpPr/>
          <p:nvPr/>
        </p:nvCxnSpPr>
        <p:spPr>
          <a:xfrm>
            <a:off x="1181100" y="20066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_037">
            <a:extLst>
              <a:ext uri="{FF2B5EF4-FFF2-40B4-BE49-F238E27FC236}">
                <a16:creationId xmlns:a16="http://schemas.microsoft.com/office/drawing/2014/main" id="{67CF029E-6C7B-0AB3-BC34-6D643FBDAA84}"/>
              </a:ext>
            </a:extLst>
          </p:cNvPr>
          <p:cNvSpPr txBox="1"/>
          <p:nvPr/>
        </p:nvSpPr>
        <p:spPr>
          <a:xfrm>
            <a:off x="711200" y="18923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1.0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_038">
            <a:extLst>
              <a:ext uri="{FF2B5EF4-FFF2-40B4-BE49-F238E27FC236}">
                <a16:creationId xmlns:a16="http://schemas.microsoft.com/office/drawing/2014/main" id="{8F6FAD0A-E181-1C28-1644-386BA38CBDC5}"/>
              </a:ext>
            </a:extLst>
          </p:cNvPr>
          <p:cNvSpPr txBox="1"/>
          <p:nvPr/>
        </p:nvSpPr>
        <p:spPr>
          <a:xfrm>
            <a:off x="1943100" y="7061199"/>
            <a:ext cx="6159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False positives per development image (FP / 61)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0" name="text_039">
            <a:extLst>
              <a:ext uri="{FF2B5EF4-FFF2-40B4-BE49-F238E27FC236}">
                <a16:creationId xmlns:a16="http://schemas.microsoft.com/office/drawing/2014/main" id="{BE3CC27E-4EFA-9634-8DA2-B42F955A41DA}"/>
              </a:ext>
            </a:extLst>
          </p:cNvPr>
          <p:cNvSpPr txBox="1"/>
          <p:nvPr/>
        </p:nvSpPr>
        <p:spPr>
          <a:xfrm>
            <a:off x="304800" y="2806699"/>
            <a:ext cx="304800" cy="3009900"/>
          </a:xfrm>
          <a:prstGeom prst="rect">
            <a:avLst/>
          </a:prstGeom>
          <a:noFill/>
        </p:spPr>
        <p:txBody>
          <a:bodyPr vert="vert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Missed objects (FN / 72)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1" name="text_040">
            <a:extLst>
              <a:ext uri="{FF2B5EF4-FFF2-40B4-BE49-F238E27FC236}">
                <a16:creationId xmlns:a16="http://schemas.microsoft.com/office/drawing/2014/main" id="{77E0A3D6-E625-0ADD-4304-727EFF64CEF9}"/>
              </a:ext>
            </a:extLst>
          </p:cNvPr>
          <p:cNvSpPr txBox="1"/>
          <p:nvPr/>
        </p:nvSpPr>
        <p:spPr>
          <a:xfrm>
            <a:off x="8877300" y="1841499"/>
            <a:ext cx="29083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202020"/>
                </a:solidFill>
                <a:latin typeface="Arial" panose="020B0604020202020204" pitchFamily="34" charset="0"/>
              </a:rPr>
              <a:t>Arm        Missed      FP / image</a:t>
            </a:r>
            <a:endParaRPr lang="zh-CN" altLang="en-US" sz="11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42" name="line_041">
            <a:extLst>
              <a:ext uri="{FF2B5EF4-FFF2-40B4-BE49-F238E27FC236}">
                <a16:creationId xmlns:a16="http://schemas.microsoft.com/office/drawing/2014/main" id="{BC966C4A-44DD-9E67-739C-220A613403F2}"/>
              </a:ext>
            </a:extLst>
          </p:cNvPr>
          <p:cNvCxnSpPr/>
          <p:nvPr/>
        </p:nvCxnSpPr>
        <p:spPr>
          <a:xfrm>
            <a:off x="8839200" y="2209800"/>
            <a:ext cx="2984500" cy="0"/>
          </a:xfrm>
          <a:prstGeom prst="line">
            <a:avLst/>
          </a:prstGeom>
          <a:ln w="698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_042">
            <a:extLst>
              <a:ext uri="{FF2B5EF4-FFF2-40B4-BE49-F238E27FC236}">
                <a16:creationId xmlns:a16="http://schemas.microsoft.com/office/drawing/2014/main" id="{8C56F9D2-16D6-06D5-F1AD-940279AFEDEC}"/>
              </a:ext>
            </a:extLst>
          </p:cNvPr>
          <p:cNvCxnSpPr/>
          <p:nvPr/>
        </p:nvCxnSpPr>
        <p:spPr>
          <a:xfrm flipH="1">
            <a:off x="6832391" y="5066242"/>
            <a:ext cx="640057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_043">
            <a:extLst>
              <a:ext uri="{FF2B5EF4-FFF2-40B4-BE49-F238E27FC236}">
                <a16:creationId xmlns:a16="http://schemas.microsoft.com/office/drawing/2014/main" id="{0B1611E7-4A7F-BB8A-B361-D7B5329E67BA}"/>
              </a:ext>
            </a:extLst>
          </p:cNvPr>
          <p:cNvCxnSpPr/>
          <p:nvPr/>
        </p:nvCxnSpPr>
        <p:spPr>
          <a:xfrm flipH="1">
            <a:off x="6512364" y="5066242"/>
            <a:ext cx="320027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044">
            <a:extLst>
              <a:ext uri="{FF2B5EF4-FFF2-40B4-BE49-F238E27FC236}">
                <a16:creationId xmlns:a16="http://schemas.microsoft.com/office/drawing/2014/main" id="{D26CACE0-172E-FC99-AFC5-98F996EA0207}"/>
              </a:ext>
            </a:extLst>
          </p:cNvPr>
          <p:cNvCxnSpPr/>
          <p:nvPr/>
        </p:nvCxnSpPr>
        <p:spPr>
          <a:xfrm flipH="1" flipV="1">
            <a:off x="6352349" y="5003800"/>
            <a:ext cx="160015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_045">
            <a:extLst>
              <a:ext uri="{FF2B5EF4-FFF2-40B4-BE49-F238E27FC236}">
                <a16:creationId xmlns:a16="http://schemas.microsoft.com/office/drawing/2014/main" id="{8E93B0E2-394F-FBCB-88DD-801C31132787}"/>
              </a:ext>
            </a:extLst>
          </p:cNvPr>
          <p:cNvCxnSpPr/>
          <p:nvPr/>
        </p:nvCxnSpPr>
        <p:spPr>
          <a:xfrm flipH="1">
            <a:off x="5872307" y="5003800"/>
            <a:ext cx="480042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_046">
            <a:extLst>
              <a:ext uri="{FF2B5EF4-FFF2-40B4-BE49-F238E27FC236}">
                <a16:creationId xmlns:a16="http://schemas.microsoft.com/office/drawing/2014/main" id="{11298A1F-3CB9-286B-E582-0A4FD79AFCDE}"/>
              </a:ext>
            </a:extLst>
          </p:cNvPr>
          <p:cNvCxnSpPr/>
          <p:nvPr/>
        </p:nvCxnSpPr>
        <p:spPr>
          <a:xfrm flipH="1">
            <a:off x="5712294" y="5003800"/>
            <a:ext cx="160013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ne_047">
            <a:extLst>
              <a:ext uri="{FF2B5EF4-FFF2-40B4-BE49-F238E27FC236}">
                <a16:creationId xmlns:a16="http://schemas.microsoft.com/office/drawing/2014/main" id="{66FFEB16-FD26-8125-AC50-AFFF7713D562}"/>
              </a:ext>
            </a:extLst>
          </p:cNvPr>
          <p:cNvCxnSpPr/>
          <p:nvPr/>
        </p:nvCxnSpPr>
        <p:spPr>
          <a:xfrm flipH="1">
            <a:off x="5552279" y="5003800"/>
            <a:ext cx="160015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ne_048">
            <a:extLst>
              <a:ext uri="{FF2B5EF4-FFF2-40B4-BE49-F238E27FC236}">
                <a16:creationId xmlns:a16="http://schemas.microsoft.com/office/drawing/2014/main" id="{104A320A-63E7-02BE-170D-FABCE41EE41F}"/>
              </a:ext>
            </a:extLst>
          </p:cNvPr>
          <p:cNvCxnSpPr/>
          <p:nvPr/>
        </p:nvCxnSpPr>
        <p:spPr>
          <a:xfrm flipH="1" flipV="1">
            <a:off x="5392265" y="4941358"/>
            <a:ext cx="160014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ne_049">
            <a:extLst>
              <a:ext uri="{FF2B5EF4-FFF2-40B4-BE49-F238E27FC236}">
                <a16:creationId xmlns:a16="http://schemas.microsoft.com/office/drawing/2014/main" id="{E71AED9D-803D-41CF-5A95-DDC98F866B4F}"/>
              </a:ext>
            </a:extLst>
          </p:cNvPr>
          <p:cNvCxnSpPr/>
          <p:nvPr/>
        </p:nvCxnSpPr>
        <p:spPr>
          <a:xfrm flipH="1">
            <a:off x="5232251" y="4941358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ne_050">
            <a:extLst>
              <a:ext uri="{FF2B5EF4-FFF2-40B4-BE49-F238E27FC236}">
                <a16:creationId xmlns:a16="http://schemas.microsoft.com/office/drawing/2014/main" id="{87EFA1D0-5072-DD5D-A83D-45C78E5EA65B}"/>
              </a:ext>
            </a:extLst>
          </p:cNvPr>
          <p:cNvCxnSpPr/>
          <p:nvPr/>
        </p:nvCxnSpPr>
        <p:spPr>
          <a:xfrm flipH="1" flipV="1">
            <a:off x="4912223" y="4816475"/>
            <a:ext cx="320028" cy="124883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ine_051">
            <a:extLst>
              <a:ext uri="{FF2B5EF4-FFF2-40B4-BE49-F238E27FC236}">
                <a16:creationId xmlns:a16="http://schemas.microsoft.com/office/drawing/2014/main" id="{50FFDB37-F4F1-BFC2-F18D-D3B013BB136C}"/>
              </a:ext>
            </a:extLst>
          </p:cNvPr>
          <p:cNvCxnSpPr/>
          <p:nvPr/>
        </p:nvCxnSpPr>
        <p:spPr>
          <a:xfrm flipH="1">
            <a:off x="4432181" y="4816475"/>
            <a:ext cx="480042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052">
            <a:extLst>
              <a:ext uri="{FF2B5EF4-FFF2-40B4-BE49-F238E27FC236}">
                <a16:creationId xmlns:a16="http://schemas.microsoft.com/office/drawing/2014/main" id="{CCFC0E63-52C2-A1E5-EBAA-327FFA2A6D69}"/>
              </a:ext>
            </a:extLst>
          </p:cNvPr>
          <p:cNvCxnSpPr/>
          <p:nvPr/>
        </p:nvCxnSpPr>
        <p:spPr>
          <a:xfrm flipH="1">
            <a:off x="4112153" y="4816475"/>
            <a:ext cx="320028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ine_053">
            <a:extLst>
              <a:ext uri="{FF2B5EF4-FFF2-40B4-BE49-F238E27FC236}">
                <a16:creationId xmlns:a16="http://schemas.microsoft.com/office/drawing/2014/main" id="{C6B6301B-FE08-3D7B-EF32-757B9B4E4CA8}"/>
              </a:ext>
            </a:extLst>
          </p:cNvPr>
          <p:cNvCxnSpPr/>
          <p:nvPr/>
        </p:nvCxnSpPr>
        <p:spPr>
          <a:xfrm flipH="1">
            <a:off x="3952139" y="4816475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line_054">
            <a:extLst>
              <a:ext uri="{FF2B5EF4-FFF2-40B4-BE49-F238E27FC236}">
                <a16:creationId xmlns:a16="http://schemas.microsoft.com/office/drawing/2014/main" id="{C4550849-D314-3012-0DAB-AF5AA3D1C743}"/>
              </a:ext>
            </a:extLst>
          </p:cNvPr>
          <p:cNvCxnSpPr/>
          <p:nvPr/>
        </p:nvCxnSpPr>
        <p:spPr>
          <a:xfrm flipH="1" flipV="1">
            <a:off x="3792125" y="4754033"/>
            <a:ext cx="160014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_055">
            <a:extLst>
              <a:ext uri="{FF2B5EF4-FFF2-40B4-BE49-F238E27FC236}">
                <a16:creationId xmlns:a16="http://schemas.microsoft.com/office/drawing/2014/main" id="{AD9A6451-706C-55C2-9084-6ED72750B894}"/>
              </a:ext>
            </a:extLst>
          </p:cNvPr>
          <p:cNvCxnSpPr/>
          <p:nvPr/>
        </p:nvCxnSpPr>
        <p:spPr>
          <a:xfrm flipH="1">
            <a:off x="3472097" y="4754033"/>
            <a:ext cx="320028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ne_056">
            <a:extLst>
              <a:ext uri="{FF2B5EF4-FFF2-40B4-BE49-F238E27FC236}">
                <a16:creationId xmlns:a16="http://schemas.microsoft.com/office/drawing/2014/main" id="{EBDB94CA-6E70-9A7B-956E-F3022692F27C}"/>
              </a:ext>
            </a:extLst>
          </p:cNvPr>
          <p:cNvCxnSpPr/>
          <p:nvPr/>
        </p:nvCxnSpPr>
        <p:spPr>
          <a:xfrm flipV="1">
            <a:off x="3472097" y="4691592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line_057">
            <a:extLst>
              <a:ext uri="{FF2B5EF4-FFF2-40B4-BE49-F238E27FC236}">
                <a16:creationId xmlns:a16="http://schemas.microsoft.com/office/drawing/2014/main" id="{B10FF80C-3005-D4A4-6038-7049881181E2}"/>
              </a:ext>
            </a:extLst>
          </p:cNvPr>
          <p:cNvCxnSpPr/>
          <p:nvPr/>
        </p:nvCxnSpPr>
        <p:spPr>
          <a:xfrm flipH="1">
            <a:off x="3312083" y="4691592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ine_058">
            <a:extLst>
              <a:ext uri="{FF2B5EF4-FFF2-40B4-BE49-F238E27FC236}">
                <a16:creationId xmlns:a16="http://schemas.microsoft.com/office/drawing/2014/main" id="{7E21531F-3849-F2FA-C131-491BE20E8DA9}"/>
              </a:ext>
            </a:extLst>
          </p:cNvPr>
          <p:cNvCxnSpPr/>
          <p:nvPr/>
        </p:nvCxnSpPr>
        <p:spPr>
          <a:xfrm flipV="1">
            <a:off x="3312083" y="4629150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ine_059">
            <a:extLst>
              <a:ext uri="{FF2B5EF4-FFF2-40B4-BE49-F238E27FC236}">
                <a16:creationId xmlns:a16="http://schemas.microsoft.com/office/drawing/2014/main" id="{EE5DD768-E12D-710C-5C4E-E568BDF7C613}"/>
              </a:ext>
            </a:extLst>
          </p:cNvPr>
          <p:cNvCxnSpPr/>
          <p:nvPr/>
        </p:nvCxnSpPr>
        <p:spPr>
          <a:xfrm flipH="1" flipV="1">
            <a:off x="3152069" y="4566708"/>
            <a:ext cx="160014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ine_060">
            <a:extLst>
              <a:ext uri="{FF2B5EF4-FFF2-40B4-BE49-F238E27FC236}">
                <a16:creationId xmlns:a16="http://schemas.microsoft.com/office/drawing/2014/main" id="{523EF5E9-F06A-710C-7A43-1EF601ECDE06}"/>
              </a:ext>
            </a:extLst>
          </p:cNvPr>
          <p:cNvCxnSpPr/>
          <p:nvPr/>
        </p:nvCxnSpPr>
        <p:spPr>
          <a:xfrm flipH="1">
            <a:off x="2992055" y="4566708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ne_061">
            <a:extLst>
              <a:ext uri="{FF2B5EF4-FFF2-40B4-BE49-F238E27FC236}">
                <a16:creationId xmlns:a16="http://schemas.microsoft.com/office/drawing/2014/main" id="{3E5E7AA1-00B3-664A-35A5-0F9CA1C3B200}"/>
              </a:ext>
            </a:extLst>
          </p:cNvPr>
          <p:cNvCxnSpPr/>
          <p:nvPr/>
        </p:nvCxnSpPr>
        <p:spPr>
          <a:xfrm flipH="1">
            <a:off x="2672026" y="4566708"/>
            <a:ext cx="320029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ine_062">
            <a:extLst>
              <a:ext uri="{FF2B5EF4-FFF2-40B4-BE49-F238E27FC236}">
                <a16:creationId xmlns:a16="http://schemas.microsoft.com/office/drawing/2014/main" id="{94D33A4B-AF64-AA28-B749-9509D02FB19D}"/>
              </a:ext>
            </a:extLst>
          </p:cNvPr>
          <p:cNvCxnSpPr/>
          <p:nvPr/>
        </p:nvCxnSpPr>
        <p:spPr>
          <a:xfrm flipV="1">
            <a:off x="2672026" y="4504267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ine_063">
            <a:extLst>
              <a:ext uri="{FF2B5EF4-FFF2-40B4-BE49-F238E27FC236}">
                <a16:creationId xmlns:a16="http://schemas.microsoft.com/office/drawing/2014/main" id="{D1A06006-BB09-8810-24CD-D37DF6FBCB2D}"/>
              </a:ext>
            </a:extLst>
          </p:cNvPr>
          <p:cNvCxnSpPr/>
          <p:nvPr/>
        </p:nvCxnSpPr>
        <p:spPr>
          <a:xfrm flipH="1" flipV="1">
            <a:off x="2512012" y="4441825"/>
            <a:ext cx="160014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ine_064">
            <a:extLst>
              <a:ext uri="{FF2B5EF4-FFF2-40B4-BE49-F238E27FC236}">
                <a16:creationId xmlns:a16="http://schemas.microsoft.com/office/drawing/2014/main" id="{C1701687-F4C7-D690-4E49-E03FFE77DDFD}"/>
              </a:ext>
            </a:extLst>
          </p:cNvPr>
          <p:cNvCxnSpPr/>
          <p:nvPr/>
        </p:nvCxnSpPr>
        <p:spPr>
          <a:xfrm flipH="1">
            <a:off x="2351998" y="4441825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ne_065">
            <a:extLst>
              <a:ext uri="{FF2B5EF4-FFF2-40B4-BE49-F238E27FC236}">
                <a16:creationId xmlns:a16="http://schemas.microsoft.com/office/drawing/2014/main" id="{652D41A9-A011-4986-5B2E-3EA2EB257BB6}"/>
              </a:ext>
            </a:extLst>
          </p:cNvPr>
          <p:cNvCxnSpPr/>
          <p:nvPr/>
        </p:nvCxnSpPr>
        <p:spPr>
          <a:xfrm flipV="1">
            <a:off x="2351998" y="4379383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ine_066">
            <a:extLst>
              <a:ext uri="{FF2B5EF4-FFF2-40B4-BE49-F238E27FC236}">
                <a16:creationId xmlns:a16="http://schemas.microsoft.com/office/drawing/2014/main" id="{BD304CE3-0A60-912C-262C-8CC3A88B15ED}"/>
              </a:ext>
            </a:extLst>
          </p:cNvPr>
          <p:cNvCxnSpPr/>
          <p:nvPr/>
        </p:nvCxnSpPr>
        <p:spPr>
          <a:xfrm flipV="1">
            <a:off x="2351998" y="4316942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line_067">
            <a:extLst>
              <a:ext uri="{FF2B5EF4-FFF2-40B4-BE49-F238E27FC236}">
                <a16:creationId xmlns:a16="http://schemas.microsoft.com/office/drawing/2014/main" id="{B84CF40A-4628-B16C-CF3D-C08E40783B61}"/>
              </a:ext>
            </a:extLst>
          </p:cNvPr>
          <p:cNvCxnSpPr/>
          <p:nvPr/>
        </p:nvCxnSpPr>
        <p:spPr>
          <a:xfrm flipH="1">
            <a:off x="2191984" y="4316942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ne_068">
            <a:extLst>
              <a:ext uri="{FF2B5EF4-FFF2-40B4-BE49-F238E27FC236}">
                <a16:creationId xmlns:a16="http://schemas.microsoft.com/office/drawing/2014/main" id="{7A618978-3151-EF10-BD55-7F5A51154BA4}"/>
              </a:ext>
            </a:extLst>
          </p:cNvPr>
          <p:cNvCxnSpPr/>
          <p:nvPr/>
        </p:nvCxnSpPr>
        <p:spPr>
          <a:xfrm flipV="1">
            <a:off x="2191984" y="4254500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ne_069">
            <a:extLst>
              <a:ext uri="{FF2B5EF4-FFF2-40B4-BE49-F238E27FC236}">
                <a16:creationId xmlns:a16="http://schemas.microsoft.com/office/drawing/2014/main" id="{E925F64A-42C9-A41C-3314-26C0820BE98B}"/>
              </a:ext>
            </a:extLst>
          </p:cNvPr>
          <p:cNvCxnSpPr/>
          <p:nvPr/>
        </p:nvCxnSpPr>
        <p:spPr>
          <a:xfrm flipH="1">
            <a:off x="2031970" y="4254500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ne_070">
            <a:extLst>
              <a:ext uri="{FF2B5EF4-FFF2-40B4-BE49-F238E27FC236}">
                <a16:creationId xmlns:a16="http://schemas.microsoft.com/office/drawing/2014/main" id="{49464B2F-D181-72FA-606E-7DAB26D1FC31}"/>
              </a:ext>
            </a:extLst>
          </p:cNvPr>
          <p:cNvCxnSpPr/>
          <p:nvPr/>
        </p:nvCxnSpPr>
        <p:spPr>
          <a:xfrm flipV="1">
            <a:off x="2031970" y="4192058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ne_071">
            <a:extLst>
              <a:ext uri="{FF2B5EF4-FFF2-40B4-BE49-F238E27FC236}">
                <a16:creationId xmlns:a16="http://schemas.microsoft.com/office/drawing/2014/main" id="{6E1BAD29-AAD2-C16F-CC8F-A824648E2BBF}"/>
              </a:ext>
            </a:extLst>
          </p:cNvPr>
          <p:cNvCxnSpPr/>
          <p:nvPr/>
        </p:nvCxnSpPr>
        <p:spPr>
          <a:xfrm flipV="1">
            <a:off x="2031970" y="4129617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ne_072">
            <a:extLst>
              <a:ext uri="{FF2B5EF4-FFF2-40B4-BE49-F238E27FC236}">
                <a16:creationId xmlns:a16="http://schemas.microsoft.com/office/drawing/2014/main" id="{C4F460C0-64F1-C7A9-4407-2FAE2A0D76C7}"/>
              </a:ext>
            </a:extLst>
          </p:cNvPr>
          <p:cNvCxnSpPr/>
          <p:nvPr/>
        </p:nvCxnSpPr>
        <p:spPr>
          <a:xfrm flipH="1">
            <a:off x="1871956" y="4129617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line_073">
            <a:extLst>
              <a:ext uri="{FF2B5EF4-FFF2-40B4-BE49-F238E27FC236}">
                <a16:creationId xmlns:a16="http://schemas.microsoft.com/office/drawing/2014/main" id="{E420F4FF-BBED-D9F7-4F0A-CDAD2C2F933B}"/>
              </a:ext>
            </a:extLst>
          </p:cNvPr>
          <p:cNvCxnSpPr/>
          <p:nvPr/>
        </p:nvCxnSpPr>
        <p:spPr>
          <a:xfrm flipV="1">
            <a:off x="1871956" y="4067175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line_074">
            <a:extLst>
              <a:ext uri="{FF2B5EF4-FFF2-40B4-BE49-F238E27FC236}">
                <a16:creationId xmlns:a16="http://schemas.microsoft.com/office/drawing/2014/main" id="{3CF6DF26-3E23-3BC3-C155-41CA9916921D}"/>
              </a:ext>
            </a:extLst>
          </p:cNvPr>
          <p:cNvCxnSpPr/>
          <p:nvPr/>
        </p:nvCxnSpPr>
        <p:spPr>
          <a:xfrm flipV="1">
            <a:off x="1871956" y="4004733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ne_075">
            <a:extLst>
              <a:ext uri="{FF2B5EF4-FFF2-40B4-BE49-F238E27FC236}">
                <a16:creationId xmlns:a16="http://schemas.microsoft.com/office/drawing/2014/main" id="{240214C6-618B-509A-CA4A-E0778140C342}"/>
              </a:ext>
            </a:extLst>
          </p:cNvPr>
          <p:cNvCxnSpPr/>
          <p:nvPr/>
        </p:nvCxnSpPr>
        <p:spPr>
          <a:xfrm flipH="1">
            <a:off x="1711942" y="4004733"/>
            <a:ext cx="160014" cy="0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ne_076">
            <a:extLst>
              <a:ext uri="{FF2B5EF4-FFF2-40B4-BE49-F238E27FC236}">
                <a16:creationId xmlns:a16="http://schemas.microsoft.com/office/drawing/2014/main" id="{2BFDE122-2FB3-B3A1-FE38-1125735343C6}"/>
              </a:ext>
            </a:extLst>
          </p:cNvPr>
          <p:cNvCxnSpPr/>
          <p:nvPr/>
        </p:nvCxnSpPr>
        <p:spPr>
          <a:xfrm flipV="1">
            <a:off x="1711942" y="3942292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ine_077">
            <a:extLst>
              <a:ext uri="{FF2B5EF4-FFF2-40B4-BE49-F238E27FC236}">
                <a16:creationId xmlns:a16="http://schemas.microsoft.com/office/drawing/2014/main" id="{2EBFEFBF-E0BA-99FF-A71F-6A8B22C089B8}"/>
              </a:ext>
            </a:extLst>
          </p:cNvPr>
          <p:cNvCxnSpPr/>
          <p:nvPr/>
        </p:nvCxnSpPr>
        <p:spPr>
          <a:xfrm flipV="1">
            <a:off x="1711942" y="3879850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line_078">
            <a:extLst>
              <a:ext uri="{FF2B5EF4-FFF2-40B4-BE49-F238E27FC236}">
                <a16:creationId xmlns:a16="http://schemas.microsoft.com/office/drawing/2014/main" id="{8BFC89E9-3607-F532-2058-508BC8F191E6}"/>
              </a:ext>
            </a:extLst>
          </p:cNvPr>
          <p:cNvCxnSpPr/>
          <p:nvPr/>
        </p:nvCxnSpPr>
        <p:spPr>
          <a:xfrm flipH="1" flipV="1">
            <a:off x="1551928" y="3817408"/>
            <a:ext cx="160014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line_079">
            <a:extLst>
              <a:ext uri="{FF2B5EF4-FFF2-40B4-BE49-F238E27FC236}">
                <a16:creationId xmlns:a16="http://schemas.microsoft.com/office/drawing/2014/main" id="{B225622E-E79E-805A-4CBE-8F1064CD9D80}"/>
              </a:ext>
            </a:extLst>
          </p:cNvPr>
          <p:cNvCxnSpPr/>
          <p:nvPr/>
        </p:nvCxnSpPr>
        <p:spPr>
          <a:xfrm flipV="1">
            <a:off x="1551928" y="3754967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line_080">
            <a:extLst>
              <a:ext uri="{FF2B5EF4-FFF2-40B4-BE49-F238E27FC236}">
                <a16:creationId xmlns:a16="http://schemas.microsoft.com/office/drawing/2014/main" id="{BDAC8486-9013-FE62-749F-9FEFA104148B}"/>
              </a:ext>
            </a:extLst>
          </p:cNvPr>
          <p:cNvCxnSpPr/>
          <p:nvPr/>
        </p:nvCxnSpPr>
        <p:spPr>
          <a:xfrm flipV="1">
            <a:off x="1551928" y="3692525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line_081">
            <a:extLst>
              <a:ext uri="{FF2B5EF4-FFF2-40B4-BE49-F238E27FC236}">
                <a16:creationId xmlns:a16="http://schemas.microsoft.com/office/drawing/2014/main" id="{C77D0658-D6D6-8C1B-FA67-E7CC98ABB0BA}"/>
              </a:ext>
            </a:extLst>
          </p:cNvPr>
          <p:cNvCxnSpPr/>
          <p:nvPr/>
        </p:nvCxnSpPr>
        <p:spPr>
          <a:xfrm flipV="1">
            <a:off x="1551928" y="3630083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line_082">
            <a:extLst>
              <a:ext uri="{FF2B5EF4-FFF2-40B4-BE49-F238E27FC236}">
                <a16:creationId xmlns:a16="http://schemas.microsoft.com/office/drawing/2014/main" id="{C9B80287-B24D-1E57-74A1-CF31A5CC4CC8}"/>
              </a:ext>
            </a:extLst>
          </p:cNvPr>
          <p:cNvCxnSpPr/>
          <p:nvPr/>
        </p:nvCxnSpPr>
        <p:spPr>
          <a:xfrm flipH="1" flipV="1">
            <a:off x="1391914" y="3505200"/>
            <a:ext cx="160014" cy="124883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line_083">
            <a:extLst>
              <a:ext uri="{FF2B5EF4-FFF2-40B4-BE49-F238E27FC236}">
                <a16:creationId xmlns:a16="http://schemas.microsoft.com/office/drawing/2014/main" id="{A38ED8DA-9D2E-1B9B-3C43-A17F0752661B}"/>
              </a:ext>
            </a:extLst>
          </p:cNvPr>
          <p:cNvCxnSpPr/>
          <p:nvPr/>
        </p:nvCxnSpPr>
        <p:spPr>
          <a:xfrm flipV="1">
            <a:off x="1391914" y="3442758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line_084">
            <a:extLst>
              <a:ext uri="{FF2B5EF4-FFF2-40B4-BE49-F238E27FC236}">
                <a16:creationId xmlns:a16="http://schemas.microsoft.com/office/drawing/2014/main" id="{873D6AB9-69EB-D130-9EA8-DB926CCA18CF}"/>
              </a:ext>
            </a:extLst>
          </p:cNvPr>
          <p:cNvCxnSpPr/>
          <p:nvPr/>
        </p:nvCxnSpPr>
        <p:spPr>
          <a:xfrm flipV="1">
            <a:off x="1391914" y="3380317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line_085">
            <a:extLst>
              <a:ext uri="{FF2B5EF4-FFF2-40B4-BE49-F238E27FC236}">
                <a16:creationId xmlns:a16="http://schemas.microsoft.com/office/drawing/2014/main" id="{D2757029-AD52-B119-8058-401F2F9D5CA4}"/>
              </a:ext>
            </a:extLst>
          </p:cNvPr>
          <p:cNvCxnSpPr/>
          <p:nvPr/>
        </p:nvCxnSpPr>
        <p:spPr>
          <a:xfrm flipV="1">
            <a:off x="1391914" y="3317875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line_086">
            <a:extLst>
              <a:ext uri="{FF2B5EF4-FFF2-40B4-BE49-F238E27FC236}">
                <a16:creationId xmlns:a16="http://schemas.microsoft.com/office/drawing/2014/main" id="{F0C9805D-86A4-8F3A-D69A-06A6579615BF}"/>
              </a:ext>
            </a:extLst>
          </p:cNvPr>
          <p:cNvCxnSpPr/>
          <p:nvPr/>
        </p:nvCxnSpPr>
        <p:spPr>
          <a:xfrm flipV="1">
            <a:off x="1391914" y="3255433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line_087">
            <a:extLst>
              <a:ext uri="{FF2B5EF4-FFF2-40B4-BE49-F238E27FC236}">
                <a16:creationId xmlns:a16="http://schemas.microsoft.com/office/drawing/2014/main" id="{DD2C6F70-FC77-4021-1CC9-D286053CC083}"/>
              </a:ext>
            </a:extLst>
          </p:cNvPr>
          <p:cNvCxnSpPr/>
          <p:nvPr/>
        </p:nvCxnSpPr>
        <p:spPr>
          <a:xfrm flipV="1">
            <a:off x="1391914" y="3192992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line_088">
            <a:extLst>
              <a:ext uri="{FF2B5EF4-FFF2-40B4-BE49-F238E27FC236}">
                <a16:creationId xmlns:a16="http://schemas.microsoft.com/office/drawing/2014/main" id="{F980407B-C597-6C04-A4B3-70A7371CE075}"/>
              </a:ext>
            </a:extLst>
          </p:cNvPr>
          <p:cNvCxnSpPr/>
          <p:nvPr/>
        </p:nvCxnSpPr>
        <p:spPr>
          <a:xfrm flipH="1" flipV="1">
            <a:off x="1231900" y="3068108"/>
            <a:ext cx="160014" cy="124884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line_089">
            <a:extLst>
              <a:ext uri="{FF2B5EF4-FFF2-40B4-BE49-F238E27FC236}">
                <a16:creationId xmlns:a16="http://schemas.microsoft.com/office/drawing/2014/main" id="{4C79A589-AA0A-E694-D68C-6898E2941800}"/>
              </a:ext>
            </a:extLst>
          </p:cNvPr>
          <p:cNvCxnSpPr/>
          <p:nvPr/>
        </p:nvCxnSpPr>
        <p:spPr>
          <a:xfrm flipV="1">
            <a:off x="1231900" y="3005667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line_090">
            <a:extLst>
              <a:ext uri="{FF2B5EF4-FFF2-40B4-BE49-F238E27FC236}">
                <a16:creationId xmlns:a16="http://schemas.microsoft.com/office/drawing/2014/main" id="{4E1920F9-DB35-22A8-CAB9-86E18BFD8595}"/>
              </a:ext>
            </a:extLst>
          </p:cNvPr>
          <p:cNvCxnSpPr/>
          <p:nvPr/>
        </p:nvCxnSpPr>
        <p:spPr>
          <a:xfrm flipV="1">
            <a:off x="1231900" y="2943225"/>
            <a:ext cx="0" cy="62442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line_091">
            <a:extLst>
              <a:ext uri="{FF2B5EF4-FFF2-40B4-BE49-F238E27FC236}">
                <a16:creationId xmlns:a16="http://schemas.microsoft.com/office/drawing/2014/main" id="{11ABB1C8-7E04-64A4-C3E0-F5D595356608}"/>
              </a:ext>
            </a:extLst>
          </p:cNvPr>
          <p:cNvCxnSpPr/>
          <p:nvPr/>
        </p:nvCxnSpPr>
        <p:spPr>
          <a:xfrm flipV="1">
            <a:off x="1231900" y="2818342"/>
            <a:ext cx="0" cy="124883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line_092">
            <a:extLst>
              <a:ext uri="{FF2B5EF4-FFF2-40B4-BE49-F238E27FC236}">
                <a16:creationId xmlns:a16="http://schemas.microsoft.com/office/drawing/2014/main" id="{7A23C1B0-1527-8A38-88C1-A72B7F4C0D94}"/>
              </a:ext>
            </a:extLst>
          </p:cNvPr>
          <p:cNvCxnSpPr/>
          <p:nvPr/>
        </p:nvCxnSpPr>
        <p:spPr>
          <a:xfrm flipV="1">
            <a:off x="1231900" y="2506133"/>
            <a:ext cx="0" cy="312209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line_093">
            <a:extLst>
              <a:ext uri="{FF2B5EF4-FFF2-40B4-BE49-F238E27FC236}">
                <a16:creationId xmlns:a16="http://schemas.microsoft.com/office/drawing/2014/main" id="{56F63E78-1E71-602B-80F8-AC49F246C87F}"/>
              </a:ext>
            </a:extLst>
          </p:cNvPr>
          <p:cNvCxnSpPr/>
          <p:nvPr/>
        </p:nvCxnSpPr>
        <p:spPr>
          <a:xfrm flipV="1">
            <a:off x="1231900" y="2443692"/>
            <a:ext cx="0" cy="62441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line_094">
            <a:extLst>
              <a:ext uri="{FF2B5EF4-FFF2-40B4-BE49-F238E27FC236}">
                <a16:creationId xmlns:a16="http://schemas.microsoft.com/office/drawing/2014/main" id="{24005F97-26DA-7FC1-5426-330016B13345}"/>
              </a:ext>
            </a:extLst>
          </p:cNvPr>
          <p:cNvCxnSpPr/>
          <p:nvPr/>
        </p:nvCxnSpPr>
        <p:spPr>
          <a:xfrm flipV="1">
            <a:off x="1231900" y="2318808"/>
            <a:ext cx="0" cy="124884"/>
          </a:xfrm>
          <a:prstGeom prst="line">
            <a:avLst/>
          </a:prstGeom>
          <a:ln w="1460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ellipse_095">
            <a:extLst>
              <a:ext uri="{FF2B5EF4-FFF2-40B4-BE49-F238E27FC236}">
                <a16:creationId xmlns:a16="http://schemas.microsoft.com/office/drawing/2014/main" id="{8A963C13-8520-6D5F-A7C4-E6F707110A30}"/>
              </a:ext>
            </a:extLst>
          </p:cNvPr>
          <p:cNvSpPr/>
          <p:nvPr/>
        </p:nvSpPr>
        <p:spPr>
          <a:xfrm>
            <a:off x="3261283" y="4640792"/>
            <a:ext cx="101600" cy="101600"/>
          </a:xfrm>
          <a:prstGeom prst="ellipse">
            <a:avLst/>
          </a:prstGeom>
          <a:solidFill>
            <a:srgbClr val="4A667D"/>
          </a:solidFill>
          <a:ln w="10160">
            <a:solidFill>
              <a:srgbClr val="4A6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ellipse_096">
            <a:extLst>
              <a:ext uri="{FF2B5EF4-FFF2-40B4-BE49-F238E27FC236}">
                <a16:creationId xmlns:a16="http://schemas.microsoft.com/office/drawing/2014/main" id="{AF549BB2-98BC-D208-FC2A-D25ADD6C7417}"/>
              </a:ext>
            </a:extLst>
          </p:cNvPr>
          <p:cNvSpPr/>
          <p:nvPr/>
        </p:nvSpPr>
        <p:spPr>
          <a:xfrm>
            <a:off x="2141184" y="42037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A6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text_097">
            <a:extLst>
              <a:ext uri="{FF2B5EF4-FFF2-40B4-BE49-F238E27FC236}">
                <a16:creationId xmlns:a16="http://schemas.microsoft.com/office/drawing/2014/main" id="{C11B32A3-DC46-4734-4D56-36C02E14DEE3}"/>
              </a:ext>
            </a:extLst>
          </p:cNvPr>
          <p:cNvSpPr txBox="1"/>
          <p:nvPr/>
        </p:nvSpPr>
        <p:spPr>
          <a:xfrm>
            <a:off x="8877300" y="2578099"/>
            <a:ext cx="571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4A667D"/>
                </a:solidFill>
                <a:latin typeface="Arial" panose="020B0604020202020204" pitchFamily="34" charset="0"/>
              </a:rPr>
              <a:t>A</a:t>
            </a:r>
            <a:endParaRPr lang="zh-CN" altLang="en-US" sz="1300" b="1">
              <a:solidFill>
                <a:srgbClr val="4A667D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_098">
            <a:extLst>
              <a:ext uri="{FF2B5EF4-FFF2-40B4-BE49-F238E27FC236}">
                <a16:creationId xmlns:a16="http://schemas.microsoft.com/office/drawing/2014/main" id="{C1376DAC-10B3-7E76-3B26-F9F96EB0B7CD}"/>
              </a:ext>
            </a:extLst>
          </p:cNvPr>
          <p:cNvSpPr txBox="1"/>
          <p:nvPr/>
        </p:nvSpPr>
        <p:spPr>
          <a:xfrm>
            <a:off x="9652000" y="2578099"/>
            <a:ext cx="96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29/72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0" name="text_099">
            <a:extLst>
              <a:ext uri="{FF2B5EF4-FFF2-40B4-BE49-F238E27FC236}">
                <a16:creationId xmlns:a16="http://schemas.microsoft.com/office/drawing/2014/main" id="{D79B0867-74B4-817A-D375-781082859034}"/>
              </a:ext>
            </a:extLst>
          </p:cNvPr>
          <p:cNvSpPr txBox="1"/>
          <p:nvPr/>
        </p:nvSpPr>
        <p:spPr>
          <a:xfrm>
            <a:off x="10795000" y="2578099"/>
            <a:ext cx="990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0.213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01" name="line_100">
            <a:extLst>
              <a:ext uri="{FF2B5EF4-FFF2-40B4-BE49-F238E27FC236}">
                <a16:creationId xmlns:a16="http://schemas.microsoft.com/office/drawing/2014/main" id="{6972EAA6-7903-A82C-6642-72F094F8D56A}"/>
              </a:ext>
            </a:extLst>
          </p:cNvPr>
          <p:cNvCxnSpPr/>
          <p:nvPr/>
        </p:nvCxnSpPr>
        <p:spPr>
          <a:xfrm>
            <a:off x="8839200" y="3086100"/>
            <a:ext cx="2984500" cy="0"/>
          </a:xfrm>
          <a:prstGeom prst="line">
            <a:avLst/>
          </a:prstGeom>
          <a:ln w="571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ne_101">
            <a:extLst>
              <a:ext uri="{FF2B5EF4-FFF2-40B4-BE49-F238E27FC236}">
                <a16:creationId xmlns:a16="http://schemas.microsoft.com/office/drawing/2014/main" id="{65F17269-9922-1992-119F-0C0A2ED3D894}"/>
              </a:ext>
            </a:extLst>
          </p:cNvPr>
          <p:cNvCxnSpPr/>
          <p:nvPr/>
        </p:nvCxnSpPr>
        <p:spPr>
          <a:xfrm flipH="1" flipV="1">
            <a:off x="3312083" y="4878917"/>
            <a:ext cx="320028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ne_102">
            <a:extLst>
              <a:ext uri="{FF2B5EF4-FFF2-40B4-BE49-F238E27FC236}">
                <a16:creationId xmlns:a16="http://schemas.microsoft.com/office/drawing/2014/main" id="{FD027EC3-B1B4-9B6E-782F-C4835657400E}"/>
              </a:ext>
            </a:extLst>
          </p:cNvPr>
          <p:cNvCxnSpPr/>
          <p:nvPr/>
        </p:nvCxnSpPr>
        <p:spPr>
          <a:xfrm flipV="1">
            <a:off x="3312083" y="4816475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ne_103">
            <a:extLst>
              <a:ext uri="{FF2B5EF4-FFF2-40B4-BE49-F238E27FC236}">
                <a16:creationId xmlns:a16="http://schemas.microsoft.com/office/drawing/2014/main" id="{00B1B4F2-6C35-55E5-B526-84CC020B72F8}"/>
              </a:ext>
            </a:extLst>
          </p:cNvPr>
          <p:cNvCxnSpPr/>
          <p:nvPr/>
        </p:nvCxnSpPr>
        <p:spPr>
          <a:xfrm flipV="1">
            <a:off x="3312083" y="4754033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ne_104">
            <a:extLst>
              <a:ext uri="{FF2B5EF4-FFF2-40B4-BE49-F238E27FC236}">
                <a16:creationId xmlns:a16="http://schemas.microsoft.com/office/drawing/2014/main" id="{4C1F517C-8E5F-1EA0-53C8-1EA012049419}"/>
              </a:ext>
            </a:extLst>
          </p:cNvPr>
          <p:cNvCxnSpPr/>
          <p:nvPr/>
        </p:nvCxnSpPr>
        <p:spPr>
          <a:xfrm flipH="1">
            <a:off x="3152069" y="4754033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line_105">
            <a:extLst>
              <a:ext uri="{FF2B5EF4-FFF2-40B4-BE49-F238E27FC236}">
                <a16:creationId xmlns:a16="http://schemas.microsoft.com/office/drawing/2014/main" id="{5658A761-3841-6025-34B6-389385091A36}"/>
              </a:ext>
            </a:extLst>
          </p:cNvPr>
          <p:cNvCxnSpPr/>
          <p:nvPr/>
        </p:nvCxnSpPr>
        <p:spPr>
          <a:xfrm flipV="1">
            <a:off x="3152069" y="4691592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line_106">
            <a:extLst>
              <a:ext uri="{FF2B5EF4-FFF2-40B4-BE49-F238E27FC236}">
                <a16:creationId xmlns:a16="http://schemas.microsoft.com/office/drawing/2014/main" id="{112610F5-9B89-6BA3-10C2-D35D69F19BE3}"/>
              </a:ext>
            </a:extLst>
          </p:cNvPr>
          <p:cNvCxnSpPr/>
          <p:nvPr/>
        </p:nvCxnSpPr>
        <p:spPr>
          <a:xfrm flipH="1">
            <a:off x="2992055" y="4691592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line_107">
            <a:extLst>
              <a:ext uri="{FF2B5EF4-FFF2-40B4-BE49-F238E27FC236}">
                <a16:creationId xmlns:a16="http://schemas.microsoft.com/office/drawing/2014/main" id="{208A7471-E12D-8CD5-7AFF-C59D37D1844C}"/>
              </a:ext>
            </a:extLst>
          </p:cNvPr>
          <p:cNvCxnSpPr/>
          <p:nvPr/>
        </p:nvCxnSpPr>
        <p:spPr>
          <a:xfrm flipH="1">
            <a:off x="2832041" y="4691592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line_108">
            <a:extLst>
              <a:ext uri="{FF2B5EF4-FFF2-40B4-BE49-F238E27FC236}">
                <a16:creationId xmlns:a16="http://schemas.microsoft.com/office/drawing/2014/main" id="{2D2845C2-CBD1-4190-14A9-3017DF50E9B9}"/>
              </a:ext>
            </a:extLst>
          </p:cNvPr>
          <p:cNvCxnSpPr/>
          <p:nvPr/>
        </p:nvCxnSpPr>
        <p:spPr>
          <a:xfrm flipH="1">
            <a:off x="2672026" y="4691592"/>
            <a:ext cx="160015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line_109">
            <a:extLst>
              <a:ext uri="{FF2B5EF4-FFF2-40B4-BE49-F238E27FC236}">
                <a16:creationId xmlns:a16="http://schemas.microsoft.com/office/drawing/2014/main" id="{6E54B27F-DAC3-902C-6299-C8D75799EF99}"/>
              </a:ext>
            </a:extLst>
          </p:cNvPr>
          <p:cNvCxnSpPr/>
          <p:nvPr/>
        </p:nvCxnSpPr>
        <p:spPr>
          <a:xfrm flipV="1">
            <a:off x="2672026" y="4629150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line_110">
            <a:extLst>
              <a:ext uri="{FF2B5EF4-FFF2-40B4-BE49-F238E27FC236}">
                <a16:creationId xmlns:a16="http://schemas.microsoft.com/office/drawing/2014/main" id="{A07630C4-0428-443D-5E3C-E5FAC898499D}"/>
              </a:ext>
            </a:extLst>
          </p:cNvPr>
          <p:cNvCxnSpPr/>
          <p:nvPr/>
        </p:nvCxnSpPr>
        <p:spPr>
          <a:xfrm flipV="1">
            <a:off x="2672026" y="4566708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line_111">
            <a:extLst>
              <a:ext uri="{FF2B5EF4-FFF2-40B4-BE49-F238E27FC236}">
                <a16:creationId xmlns:a16="http://schemas.microsoft.com/office/drawing/2014/main" id="{97F72A93-8D1F-1375-E95F-68C85A253067}"/>
              </a:ext>
            </a:extLst>
          </p:cNvPr>
          <p:cNvCxnSpPr/>
          <p:nvPr/>
        </p:nvCxnSpPr>
        <p:spPr>
          <a:xfrm flipH="1">
            <a:off x="2512012" y="4566708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line_112">
            <a:extLst>
              <a:ext uri="{FF2B5EF4-FFF2-40B4-BE49-F238E27FC236}">
                <a16:creationId xmlns:a16="http://schemas.microsoft.com/office/drawing/2014/main" id="{AD485A07-A476-7F44-79AD-7745004C1B43}"/>
              </a:ext>
            </a:extLst>
          </p:cNvPr>
          <p:cNvCxnSpPr/>
          <p:nvPr/>
        </p:nvCxnSpPr>
        <p:spPr>
          <a:xfrm flipH="1">
            <a:off x="2191984" y="4566708"/>
            <a:ext cx="320028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line_113">
            <a:extLst>
              <a:ext uri="{FF2B5EF4-FFF2-40B4-BE49-F238E27FC236}">
                <a16:creationId xmlns:a16="http://schemas.microsoft.com/office/drawing/2014/main" id="{6EF86991-6E75-6CBA-393A-0F637A71A5AD}"/>
              </a:ext>
            </a:extLst>
          </p:cNvPr>
          <p:cNvCxnSpPr/>
          <p:nvPr/>
        </p:nvCxnSpPr>
        <p:spPr>
          <a:xfrm flipV="1">
            <a:off x="2191984" y="4504267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line_114">
            <a:extLst>
              <a:ext uri="{FF2B5EF4-FFF2-40B4-BE49-F238E27FC236}">
                <a16:creationId xmlns:a16="http://schemas.microsoft.com/office/drawing/2014/main" id="{799E5971-5B1F-B78A-5B41-DCC045350EC5}"/>
              </a:ext>
            </a:extLst>
          </p:cNvPr>
          <p:cNvCxnSpPr/>
          <p:nvPr/>
        </p:nvCxnSpPr>
        <p:spPr>
          <a:xfrm flipV="1">
            <a:off x="2191984" y="4441825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line_115">
            <a:extLst>
              <a:ext uri="{FF2B5EF4-FFF2-40B4-BE49-F238E27FC236}">
                <a16:creationId xmlns:a16="http://schemas.microsoft.com/office/drawing/2014/main" id="{7A19036C-4CE6-8D89-B372-65F48105692B}"/>
              </a:ext>
            </a:extLst>
          </p:cNvPr>
          <p:cNvCxnSpPr/>
          <p:nvPr/>
        </p:nvCxnSpPr>
        <p:spPr>
          <a:xfrm flipV="1">
            <a:off x="2191984" y="4379383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line_116">
            <a:extLst>
              <a:ext uri="{FF2B5EF4-FFF2-40B4-BE49-F238E27FC236}">
                <a16:creationId xmlns:a16="http://schemas.microsoft.com/office/drawing/2014/main" id="{55EA773D-332E-5B68-321E-B6E5E990A246}"/>
              </a:ext>
            </a:extLst>
          </p:cNvPr>
          <p:cNvCxnSpPr/>
          <p:nvPr/>
        </p:nvCxnSpPr>
        <p:spPr>
          <a:xfrm flipV="1">
            <a:off x="2191984" y="4316942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line_117">
            <a:extLst>
              <a:ext uri="{FF2B5EF4-FFF2-40B4-BE49-F238E27FC236}">
                <a16:creationId xmlns:a16="http://schemas.microsoft.com/office/drawing/2014/main" id="{F5F10836-304A-7261-2E50-BE225BCA4938}"/>
              </a:ext>
            </a:extLst>
          </p:cNvPr>
          <p:cNvCxnSpPr/>
          <p:nvPr/>
        </p:nvCxnSpPr>
        <p:spPr>
          <a:xfrm flipV="1">
            <a:off x="2191984" y="4254500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line_118">
            <a:extLst>
              <a:ext uri="{FF2B5EF4-FFF2-40B4-BE49-F238E27FC236}">
                <a16:creationId xmlns:a16="http://schemas.microsoft.com/office/drawing/2014/main" id="{D93DD039-49D5-275B-FD5B-1B2CDBFED3D2}"/>
              </a:ext>
            </a:extLst>
          </p:cNvPr>
          <p:cNvCxnSpPr/>
          <p:nvPr/>
        </p:nvCxnSpPr>
        <p:spPr>
          <a:xfrm flipV="1">
            <a:off x="2191984" y="4192058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line_119">
            <a:extLst>
              <a:ext uri="{FF2B5EF4-FFF2-40B4-BE49-F238E27FC236}">
                <a16:creationId xmlns:a16="http://schemas.microsoft.com/office/drawing/2014/main" id="{5CE398A7-ECE5-3583-147B-A35F96321052}"/>
              </a:ext>
            </a:extLst>
          </p:cNvPr>
          <p:cNvCxnSpPr/>
          <p:nvPr/>
        </p:nvCxnSpPr>
        <p:spPr>
          <a:xfrm flipV="1">
            <a:off x="2191984" y="4129617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line_120">
            <a:extLst>
              <a:ext uri="{FF2B5EF4-FFF2-40B4-BE49-F238E27FC236}">
                <a16:creationId xmlns:a16="http://schemas.microsoft.com/office/drawing/2014/main" id="{39B869B8-B824-DE57-82D9-282D3AE354DF}"/>
              </a:ext>
            </a:extLst>
          </p:cNvPr>
          <p:cNvCxnSpPr/>
          <p:nvPr/>
        </p:nvCxnSpPr>
        <p:spPr>
          <a:xfrm flipV="1">
            <a:off x="2191984" y="4067175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line_121">
            <a:extLst>
              <a:ext uri="{FF2B5EF4-FFF2-40B4-BE49-F238E27FC236}">
                <a16:creationId xmlns:a16="http://schemas.microsoft.com/office/drawing/2014/main" id="{8834A664-831F-AD99-855E-31237B71A679}"/>
              </a:ext>
            </a:extLst>
          </p:cNvPr>
          <p:cNvCxnSpPr/>
          <p:nvPr/>
        </p:nvCxnSpPr>
        <p:spPr>
          <a:xfrm flipV="1">
            <a:off x="2191984" y="4004733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line_122">
            <a:extLst>
              <a:ext uri="{FF2B5EF4-FFF2-40B4-BE49-F238E27FC236}">
                <a16:creationId xmlns:a16="http://schemas.microsoft.com/office/drawing/2014/main" id="{5097B70E-7763-4789-C499-DE7FE96119A8}"/>
              </a:ext>
            </a:extLst>
          </p:cNvPr>
          <p:cNvCxnSpPr/>
          <p:nvPr/>
        </p:nvCxnSpPr>
        <p:spPr>
          <a:xfrm flipH="1">
            <a:off x="2031970" y="4004733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line_123">
            <a:extLst>
              <a:ext uri="{FF2B5EF4-FFF2-40B4-BE49-F238E27FC236}">
                <a16:creationId xmlns:a16="http://schemas.microsoft.com/office/drawing/2014/main" id="{ECE2A66B-FBB0-4D32-297D-858D726A94E7}"/>
              </a:ext>
            </a:extLst>
          </p:cNvPr>
          <p:cNvCxnSpPr/>
          <p:nvPr/>
        </p:nvCxnSpPr>
        <p:spPr>
          <a:xfrm flipH="1" flipV="1">
            <a:off x="1871956" y="3942292"/>
            <a:ext cx="160014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line_124">
            <a:extLst>
              <a:ext uri="{FF2B5EF4-FFF2-40B4-BE49-F238E27FC236}">
                <a16:creationId xmlns:a16="http://schemas.microsoft.com/office/drawing/2014/main" id="{6159D58F-36F8-9F1F-518E-6EF444D12E6F}"/>
              </a:ext>
            </a:extLst>
          </p:cNvPr>
          <p:cNvCxnSpPr/>
          <p:nvPr/>
        </p:nvCxnSpPr>
        <p:spPr>
          <a:xfrm flipV="1">
            <a:off x="1871956" y="3879850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line_125">
            <a:extLst>
              <a:ext uri="{FF2B5EF4-FFF2-40B4-BE49-F238E27FC236}">
                <a16:creationId xmlns:a16="http://schemas.microsoft.com/office/drawing/2014/main" id="{3F3A625E-8E52-7C39-D737-A27BE69892F5}"/>
              </a:ext>
            </a:extLst>
          </p:cNvPr>
          <p:cNvCxnSpPr/>
          <p:nvPr/>
        </p:nvCxnSpPr>
        <p:spPr>
          <a:xfrm flipH="1">
            <a:off x="1711942" y="3879850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line_126">
            <a:extLst>
              <a:ext uri="{FF2B5EF4-FFF2-40B4-BE49-F238E27FC236}">
                <a16:creationId xmlns:a16="http://schemas.microsoft.com/office/drawing/2014/main" id="{EA380896-A029-2130-0C59-64B9F700E626}"/>
              </a:ext>
            </a:extLst>
          </p:cNvPr>
          <p:cNvCxnSpPr/>
          <p:nvPr/>
        </p:nvCxnSpPr>
        <p:spPr>
          <a:xfrm flipV="1">
            <a:off x="1711942" y="3817408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line_127">
            <a:extLst>
              <a:ext uri="{FF2B5EF4-FFF2-40B4-BE49-F238E27FC236}">
                <a16:creationId xmlns:a16="http://schemas.microsoft.com/office/drawing/2014/main" id="{865B63FB-C3F1-FCA2-EDB8-84E13B423DA3}"/>
              </a:ext>
            </a:extLst>
          </p:cNvPr>
          <p:cNvCxnSpPr/>
          <p:nvPr/>
        </p:nvCxnSpPr>
        <p:spPr>
          <a:xfrm flipV="1">
            <a:off x="1711942" y="3754967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line_128">
            <a:extLst>
              <a:ext uri="{FF2B5EF4-FFF2-40B4-BE49-F238E27FC236}">
                <a16:creationId xmlns:a16="http://schemas.microsoft.com/office/drawing/2014/main" id="{8ED7D880-51BC-6C1A-8D3F-805326F570E5}"/>
              </a:ext>
            </a:extLst>
          </p:cNvPr>
          <p:cNvCxnSpPr/>
          <p:nvPr/>
        </p:nvCxnSpPr>
        <p:spPr>
          <a:xfrm flipV="1">
            <a:off x="1711942" y="3692525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line_129">
            <a:extLst>
              <a:ext uri="{FF2B5EF4-FFF2-40B4-BE49-F238E27FC236}">
                <a16:creationId xmlns:a16="http://schemas.microsoft.com/office/drawing/2014/main" id="{0F934EE7-43DA-4DDD-247D-BF1B045582F3}"/>
              </a:ext>
            </a:extLst>
          </p:cNvPr>
          <p:cNvCxnSpPr/>
          <p:nvPr/>
        </p:nvCxnSpPr>
        <p:spPr>
          <a:xfrm flipV="1">
            <a:off x="1711942" y="3630083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line_130">
            <a:extLst>
              <a:ext uri="{FF2B5EF4-FFF2-40B4-BE49-F238E27FC236}">
                <a16:creationId xmlns:a16="http://schemas.microsoft.com/office/drawing/2014/main" id="{E591A161-8056-DFD4-5088-A96DDEEB200F}"/>
              </a:ext>
            </a:extLst>
          </p:cNvPr>
          <p:cNvCxnSpPr/>
          <p:nvPr/>
        </p:nvCxnSpPr>
        <p:spPr>
          <a:xfrm flipV="1">
            <a:off x="1711942" y="3567642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line_131">
            <a:extLst>
              <a:ext uri="{FF2B5EF4-FFF2-40B4-BE49-F238E27FC236}">
                <a16:creationId xmlns:a16="http://schemas.microsoft.com/office/drawing/2014/main" id="{FE508864-E139-9181-CEEC-FDD01EFDBA0A}"/>
              </a:ext>
            </a:extLst>
          </p:cNvPr>
          <p:cNvCxnSpPr/>
          <p:nvPr/>
        </p:nvCxnSpPr>
        <p:spPr>
          <a:xfrm flipV="1">
            <a:off x="1711942" y="3505200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line_132">
            <a:extLst>
              <a:ext uri="{FF2B5EF4-FFF2-40B4-BE49-F238E27FC236}">
                <a16:creationId xmlns:a16="http://schemas.microsoft.com/office/drawing/2014/main" id="{9A43ED1D-9BE1-5B8B-1FBC-EC553563F22C}"/>
              </a:ext>
            </a:extLst>
          </p:cNvPr>
          <p:cNvCxnSpPr/>
          <p:nvPr/>
        </p:nvCxnSpPr>
        <p:spPr>
          <a:xfrm flipV="1">
            <a:off x="1711942" y="3442758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line_133">
            <a:extLst>
              <a:ext uri="{FF2B5EF4-FFF2-40B4-BE49-F238E27FC236}">
                <a16:creationId xmlns:a16="http://schemas.microsoft.com/office/drawing/2014/main" id="{3A7FA914-1AC7-F610-35FE-D3D65B203810}"/>
              </a:ext>
            </a:extLst>
          </p:cNvPr>
          <p:cNvCxnSpPr/>
          <p:nvPr/>
        </p:nvCxnSpPr>
        <p:spPr>
          <a:xfrm flipV="1">
            <a:off x="1711942" y="3380317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line_134">
            <a:extLst>
              <a:ext uri="{FF2B5EF4-FFF2-40B4-BE49-F238E27FC236}">
                <a16:creationId xmlns:a16="http://schemas.microsoft.com/office/drawing/2014/main" id="{A7E2532F-C5B7-F0D2-D95C-96C13AF4B9F8}"/>
              </a:ext>
            </a:extLst>
          </p:cNvPr>
          <p:cNvCxnSpPr/>
          <p:nvPr/>
        </p:nvCxnSpPr>
        <p:spPr>
          <a:xfrm flipV="1">
            <a:off x="1711942" y="3317875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line_135">
            <a:extLst>
              <a:ext uri="{FF2B5EF4-FFF2-40B4-BE49-F238E27FC236}">
                <a16:creationId xmlns:a16="http://schemas.microsoft.com/office/drawing/2014/main" id="{2ECBCF35-C985-43F1-B30A-BD2B55978F14}"/>
              </a:ext>
            </a:extLst>
          </p:cNvPr>
          <p:cNvCxnSpPr/>
          <p:nvPr/>
        </p:nvCxnSpPr>
        <p:spPr>
          <a:xfrm flipV="1">
            <a:off x="1711942" y="3192992"/>
            <a:ext cx="0" cy="124883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line_136">
            <a:extLst>
              <a:ext uri="{FF2B5EF4-FFF2-40B4-BE49-F238E27FC236}">
                <a16:creationId xmlns:a16="http://schemas.microsoft.com/office/drawing/2014/main" id="{E3758411-E419-E30F-E989-C7D5132313C6}"/>
              </a:ext>
            </a:extLst>
          </p:cNvPr>
          <p:cNvCxnSpPr/>
          <p:nvPr/>
        </p:nvCxnSpPr>
        <p:spPr>
          <a:xfrm flipH="1">
            <a:off x="1551928" y="3192992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line_137">
            <a:extLst>
              <a:ext uri="{FF2B5EF4-FFF2-40B4-BE49-F238E27FC236}">
                <a16:creationId xmlns:a16="http://schemas.microsoft.com/office/drawing/2014/main" id="{6FBD1D43-5F00-846E-5AA0-73582E5C0D93}"/>
              </a:ext>
            </a:extLst>
          </p:cNvPr>
          <p:cNvCxnSpPr/>
          <p:nvPr/>
        </p:nvCxnSpPr>
        <p:spPr>
          <a:xfrm flipV="1">
            <a:off x="1551928" y="3130550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line_138">
            <a:extLst>
              <a:ext uri="{FF2B5EF4-FFF2-40B4-BE49-F238E27FC236}">
                <a16:creationId xmlns:a16="http://schemas.microsoft.com/office/drawing/2014/main" id="{68F90F1D-E2EE-FB3A-07BD-88BB3AF65A11}"/>
              </a:ext>
            </a:extLst>
          </p:cNvPr>
          <p:cNvCxnSpPr/>
          <p:nvPr/>
        </p:nvCxnSpPr>
        <p:spPr>
          <a:xfrm flipH="1">
            <a:off x="1391914" y="3130550"/>
            <a:ext cx="160014" cy="0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line_139">
            <a:extLst>
              <a:ext uri="{FF2B5EF4-FFF2-40B4-BE49-F238E27FC236}">
                <a16:creationId xmlns:a16="http://schemas.microsoft.com/office/drawing/2014/main" id="{D16BDCED-01BE-4706-570B-08F06B1C7EDD}"/>
              </a:ext>
            </a:extLst>
          </p:cNvPr>
          <p:cNvCxnSpPr/>
          <p:nvPr/>
        </p:nvCxnSpPr>
        <p:spPr>
          <a:xfrm flipV="1">
            <a:off x="1391914" y="3068108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line_140">
            <a:extLst>
              <a:ext uri="{FF2B5EF4-FFF2-40B4-BE49-F238E27FC236}">
                <a16:creationId xmlns:a16="http://schemas.microsoft.com/office/drawing/2014/main" id="{2C548221-BE0A-1B04-FAAD-2EF64683D5CC}"/>
              </a:ext>
            </a:extLst>
          </p:cNvPr>
          <p:cNvCxnSpPr/>
          <p:nvPr/>
        </p:nvCxnSpPr>
        <p:spPr>
          <a:xfrm flipV="1">
            <a:off x="1391914" y="3005667"/>
            <a:ext cx="0" cy="62441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line_141">
            <a:extLst>
              <a:ext uri="{FF2B5EF4-FFF2-40B4-BE49-F238E27FC236}">
                <a16:creationId xmlns:a16="http://schemas.microsoft.com/office/drawing/2014/main" id="{38704193-D7E0-B8CC-2807-506F1F2FFD3B}"/>
              </a:ext>
            </a:extLst>
          </p:cNvPr>
          <p:cNvCxnSpPr/>
          <p:nvPr/>
        </p:nvCxnSpPr>
        <p:spPr>
          <a:xfrm flipV="1">
            <a:off x="1391914" y="2943225"/>
            <a:ext cx="0" cy="62442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line_142">
            <a:extLst>
              <a:ext uri="{FF2B5EF4-FFF2-40B4-BE49-F238E27FC236}">
                <a16:creationId xmlns:a16="http://schemas.microsoft.com/office/drawing/2014/main" id="{780B72F6-1303-B3F2-05EE-EC8F4CCE453B}"/>
              </a:ext>
            </a:extLst>
          </p:cNvPr>
          <p:cNvCxnSpPr/>
          <p:nvPr/>
        </p:nvCxnSpPr>
        <p:spPr>
          <a:xfrm flipV="1">
            <a:off x="1391914" y="2755900"/>
            <a:ext cx="0" cy="187325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line_143">
            <a:extLst>
              <a:ext uri="{FF2B5EF4-FFF2-40B4-BE49-F238E27FC236}">
                <a16:creationId xmlns:a16="http://schemas.microsoft.com/office/drawing/2014/main" id="{2B14CDC7-5A95-8A63-11A3-49A40156D807}"/>
              </a:ext>
            </a:extLst>
          </p:cNvPr>
          <p:cNvCxnSpPr/>
          <p:nvPr/>
        </p:nvCxnSpPr>
        <p:spPr>
          <a:xfrm flipV="1">
            <a:off x="1391914" y="2568575"/>
            <a:ext cx="0" cy="187325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line_144">
            <a:extLst>
              <a:ext uri="{FF2B5EF4-FFF2-40B4-BE49-F238E27FC236}">
                <a16:creationId xmlns:a16="http://schemas.microsoft.com/office/drawing/2014/main" id="{968086CC-F98A-AF21-D3DA-857E8F573D5D}"/>
              </a:ext>
            </a:extLst>
          </p:cNvPr>
          <p:cNvCxnSpPr/>
          <p:nvPr/>
        </p:nvCxnSpPr>
        <p:spPr>
          <a:xfrm flipV="1">
            <a:off x="1391914" y="2443692"/>
            <a:ext cx="0" cy="124883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line_145">
            <a:extLst>
              <a:ext uri="{FF2B5EF4-FFF2-40B4-BE49-F238E27FC236}">
                <a16:creationId xmlns:a16="http://schemas.microsoft.com/office/drawing/2014/main" id="{6E8F4F46-CABD-1755-EC89-E26B4FF11581}"/>
              </a:ext>
            </a:extLst>
          </p:cNvPr>
          <p:cNvCxnSpPr/>
          <p:nvPr/>
        </p:nvCxnSpPr>
        <p:spPr>
          <a:xfrm flipH="1" flipV="1">
            <a:off x="1231900" y="2131483"/>
            <a:ext cx="160014" cy="312209"/>
          </a:xfrm>
          <a:prstGeom prst="line">
            <a:avLst/>
          </a:prstGeom>
          <a:ln w="1460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ellipse_146">
            <a:extLst>
              <a:ext uri="{FF2B5EF4-FFF2-40B4-BE49-F238E27FC236}">
                <a16:creationId xmlns:a16="http://schemas.microsoft.com/office/drawing/2014/main" id="{458EE6CF-7C94-FB96-301B-F9D5E63D608F}"/>
              </a:ext>
            </a:extLst>
          </p:cNvPr>
          <p:cNvSpPr/>
          <p:nvPr/>
        </p:nvSpPr>
        <p:spPr>
          <a:xfrm>
            <a:off x="2621226" y="4515908"/>
            <a:ext cx="101600" cy="101600"/>
          </a:xfrm>
          <a:prstGeom prst="ellipse">
            <a:avLst/>
          </a:prstGeom>
          <a:solidFill>
            <a:srgbClr val="AD8146"/>
          </a:solidFill>
          <a:ln w="10160">
            <a:solidFill>
              <a:srgbClr val="AD81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ellipse_147">
            <a:extLst>
              <a:ext uri="{FF2B5EF4-FFF2-40B4-BE49-F238E27FC236}">
                <a16:creationId xmlns:a16="http://schemas.microsoft.com/office/drawing/2014/main" id="{E7B82D7B-CBDC-EEF8-76D1-ACA3D8822393}"/>
              </a:ext>
            </a:extLst>
          </p:cNvPr>
          <p:cNvSpPr/>
          <p:nvPr/>
        </p:nvSpPr>
        <p:spPr>
          <a:xfrm>
            <a:off x="2141184" y="4016375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AD81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text_148">
            <a:extLst>
              <a:ext uri="{FF2B5EF4-FFF2-40B4-BE49-F238E27FC236}">
                <a16:creationId xmlns:a16="http://schemas.microsoft.com/office/drawing/2014/main" id="{A51C46E3-2BCB-D943-3A44-D31E7C85839F}"/>
              </a:ext>
            </a:extLst>
          </p:cNvPr>
          <p:cNvSpPr txBox="1"/>
          <p:nvPr/>
        </p:nvSpPr>
        <p:spPr>
          <a:xfrm>
            <a:off x="8877300" y="3479799"/>
            <a:ext cx="571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AD8146"/>
                </a:solidFill>
                <a:latin typeface="Arial" panose="020B0604020202020204" pitchFamily="34" charset="0"/>
              </a:rPr>
              <a:t>B</a:t>
            </a:r>
            <a:endParaRPr lang="zh-CN" altLang="en-US" sz="1300" b="1">
              <a:solidFill>
                <a:srgbClr val="AD8146"/>
              </a:solidFill>
              <a:latin typeface="Arial" panose="020B0604020202020204" pitchFamily="34" charset="0"/>
            </a:endParaRPr>
          </a:p>
        </p:txBody>
      </p:sp>
      <p:sp>
        <p:nvSpPr>
          <p:cNvPr id="150" name="text_149">
            <a:extLst>
              <a:ext uri="{FF2B5EF4-FFF2-40B4-BE49-F238E27FC236}">
                <a16:creationId xmlns:a16="http://schemas.microsoft.com/office/drawing/2014/main" id="{D612309B-3DB3-F67E-912E-63BB88F53804}"/>
              </a:ext>
            </a:extLst>
          </p:cNvPr>
          <p:cNvSpPr txBox="1"/>
          <p:nvPr/>
        </p:nvSpPr>
        <p:spPr>
          <a:xfrm>
            <a:off x="9652000" y="3479799"/>
            <a:ext cx="96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31/72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51" name="text_150">
            <a:extLst>
              <a:ext uri="{FF2B5EF4-FFF2-40B4-BE49-F238E27FC236}">
                <a16:creationId xmlns:a16="http://schemas.microsoft.com/office/drawing/2014/main" id="{FBCCE223-9ACE-6BD0-50D9-613231A0EA54}"/>
              </a:ext>
            </a:extLst>
          </p:cNvPr>
          <p:cNvSpPr txBox="1"/>
          <p:nvPr/>
        </p:nvSpPr>
        <p:spPr>
          <a:xfrm>
            <a:off x="10795000" y="3479799"/>
            <a:ext cx="990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0.148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52" name="line_151">
            <a:extLst>
              <a:ext uri="{FF2B5EF4-FFF2-40B4-BE49-F238E27FC236}">
                <a16:creationId xmlns:a16="http://schemas.microsoft.com/office/drawing/2014/main" id="{24FF4E0C-39E5-6972-9FE4-B753F29C2B09}"/>
              </a:ext>
            </a:extLst>
          </p:cNvPr>
          <p:cNvCxnSpPr/>
          <p:nvPr/>
        </p:nvCxnSpPr>
        <p:spPr>
          <a:xfrm>
            <a:off x="8839200" y="3987800"/>
            <a:ext cx="2984500" cy="0"/>
          </a:xfrm>
          <a:prstGeom prst="line">
            <a:avLst/>
          </a:prstGeom>
          <a:ln w="571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line_152">
            <a:extLst>
              <a:ext uri="{FF2B5EF4-FFF2-40B4-BE49-F238E27FC236}">
                <a16:creationId xmlns:a16="http://schemas.microsoft.com/office/drawing/2014/main" id="{3744523F-7680-7C88-4401-A953D01EF01B}"/>
              </a:ext>
            </a:extLst>
          </p:cNvPr>
          <p:cNvCxnSpPr/>
          <p:nvPr/>
        </p:nvCxnSpPr>
        <p:spPr>
          <a:xfrm flipV="1">
            <a:off x="3472097" y="5690658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line_153">
            <a:extLst>
              <a:ext uri="{FF2B5EF4-FFF2-40B4-BE49-F238E27FC236}">
                <a16:creationId xmlns:a16="http://schemas.microsoft.com/office/drawing/2014/main" id="{48112DF3-46F4-7EC0-ADDF-76B43F9C7D26}"/>
              </a:ext>
            </a:extLst>
          </p:cNvPr>
          <p:cNvCxnSpPr/>
          <p:nvPr/>
        </p:nvCxnSpPr>
        <p:spPr>
          <a:xfrm flipH="1">
            <a:off x="3312083" y="5690658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line_154">
            <a:extLst>
              <a:ext uri="{FF2B5EF4-FFF2-40B4-BE49-F238E27FC236}">
                <a16:creationId xmlns:a16="http://schemas.microsoft.com/office/drawing/2014/main" id="{8E633E38-20D6-10E4-8812-AE8BC1DB4508}"/>
              </a:ext>
            </a:extLst>
          </p:cNvPr>
          <p:cNvCxnSpPr/>
          <p:nvPr/>
        </p:nvCxnSpPr>
        <p:spPr>
          <a:xfrm flipH="1">
            <a:off x="3152069" y="5690658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line_155">
            <a:extLst>
              <a:ext uri="{FF2B5EF4-FFF2-40B4-BE49-F238E27FC236}">
                <a16:creationId xmlns:a16="http://schemas.microsoft.com/office/drawing/2014/main" id="{88D9F78E-C7E7-91D5-255C-605A52330FA8}"/>
              </a:ext>
            </a:extLst>
          </p:cNvPr>
          <p:cNvCxnSpPr/>
          <p:nvPr/>
        </p:nvCxnSpPr>
        <p:spPr>
          <a:xfrm flipV="1">
            <a:off x="3152069" y="5628217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line_156">
            <a:extLst>
              <a:ext uri="{FF2B5EF4-FFF2-40B4-BE49-F238E27FC236}">
                <a16:creationId xmlns:a16="http://schemas.microsoft.com/office/drawing/2014/main" id="{68D98A91-0655-EA3B-B7AA-20C8F98D3F30}"/>
              </a:ext>
            </a:extLst>
          </p:cNvPr>
          <p:cNvCxnSpPr/>
          <p:nvPr/>
        </p:nvCxnSpPr>
        <p:spPr>
          <a:xfrm flipV="1">
            <a:off x="3152069" y="5565775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line_157">
            <a:extLst>
              <a:ext uri="{FF2B5EF4-FFF2-40B4-BE49-F238E27FC236}">
                <a16:creationId xmlns:a16="http://schemas.microsoft.com/office/drawing/2014/main" id="{29FDCDBC-8546-A117-61F7-12D315327339}"/>
              </a:ext>
            </a:extLst>
          </p:cNvPr>
          <p:cNvCxnSpPr/>
          <p:nvPr/>
        </p:nvCxnSpPr>
        <p:spPr>
          <a:xfrm flipH="1">
            <a:off x="2992055" y="5565775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line_158">
            <a:extLst>
              <a:ext uri="{FF2B5EF4-FFF2-40B4-BE49-F238E27FC236}">
                <a16:creationId xmlns:a16="http://schemas.microsoft.com/office/drawing/2014/main" id="{71D88AB5-5F98-B9AE-3AC3-693D1C56B1F0}"/>
              </a:ext>
            </a:extLst>
          </p:cNvPr>
          <p:cNvCxnSpPr/>
          <p:nvPr/>
        </p:nvCxnSpPr>
        <p:spPr>
          <a:xfrm flipV="1">
            <a:off x="2992055" y="5503333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line_159">
            <a:extLst>
              <a:ext uri="{FF2B5EF4-FFF2-40B4-BE49-F238E27FC236}">
                <a16:creationId xmlns:a16="http://schemas.microsoft.com/office/drawing/2014/main" id="{CBA94D87-1CD5-BC55-7219-31BD368FCAB7}"/>
              </a:ext>
            </a:extLst>
          </p:cNvPr>
          <p:cNvCxnSpPr/>
          <p:nvPr/>
        </p:nvCxnSpPr>
        <p:spPr>
          <a:xfrm flipH="1">
            <a:off x="2832041" y="5503333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line_160">
            <a:extLst>
              <a:ext uri="{FF2B5EF4-FFF2-40B4-BE49-F238E27FC236}">
                <a16:creationId xmlns:a16="http://schemas.microsoft.com/office/drawing/2014/main" id="{15C8EBE7-64AE-8644-044C-1C96F4FDB11C}"/>
              </a:ext>
            </a:extLst>
          </p:cNvPr>
          <p:cNvCxnSpPr/>
          <p:nvPr/>
        </p:nvCxnSpPr>
        <p:spPr>
          <a:xfrm flipV="1">
            <a:off x="2832041" y="5440892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line_161">
            <a:extLst>
              <a:ext uri="{FF2B5EF4-FFF2-40B4-BE49-F238E27FC236}">
                <a16:creationId xmlns:a16="http://schemas.microsoft.com/office/drawing/2014/main" id="{145EF28F-71FB-9F0C-BFB2-AE89CBB1958E}"/>
              </a:ext>
            </a:extLst>
          </p:cNvPr>
          <p:cNvCxnSpPr/>
          <p:nvPr/>
        </p:nvCxnSpPr>
        <p:spPr>
          <a:xfrm flipH="1">
            <a:off x="2672026" y="5440892"/>
            <a:ext cx="160015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line_162">
            <a:extLst>
              <a:ext uri="{FF2B5EF4-FFF2-40B4-BE49-F238E27FC236}">
                <a16:creationId xmlns:a16="http://schemas.microsoft.com/office/drawing/2014/main" id="{50D2FE7E-B0EA-59E9-D7C0-DD53D9DA36AF}"/>
              </a:ext>
            </a:extLst>
          </p:cNvPr>
          <p:cNvCxnSpPr/>
          <p:nvPr/>
        </p:nvCxnSpPr>
        <p:spPr>
          <a:xfrm flipH="1">
            <a:off x="2512012" y="5440892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line_163">
            <a:extLst>
              <a:ext uri="{FF2B5EF4-FFF2-40B4-BE49-F238E27FC236}">
                <a16:creationId xmlns:a16="http://schemas.microsoft.com/office/drawing/2014/main" id="{35527686-609B-FC46-E4D3-A6897BE4E05B}"/>
              </a:ext>
            </a:extLst>
          </p:cNvPr>
          <p:cNvCxnSpPr/>
          <p:nvPr/>
        </p:nvCxnSpPr>
        <p:spPr>
          <a:xfrm flipV="1">
            <a:off x="2512012" y="5378450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line_164">
            <a:extLst>
              <a:ext uri="{FF2B5EF4-FFF2-40B4-BE49-F238E27FC236}">
                <a16:creationId xmlns:a16="http://schemas.microsoft.com/office/drawing/2014/main" id="{2A67953C-45C0-B572-EB3A-74ACC0C193F8}"/>
              </a:ext>
            </a:extLst>
          </p:cNvPr>
          <p:cNvCxnSpPr/>
          <p:nvPr/>
        </p:nvCxnSpPr>
        <p:spPr>
          <a:xfrm flipH="1">
            <a:off x="2351998" y="5378450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line_165">
            <a:extLst>
              <a:ext uri="{FF2B5EF4-FFF2-40B4-BE49-F238E27FC236}">
                <a16:creationId xmlns:a16="http://schemas.microsoft.com/office/drawing/2014/main" id="{320A4EDD-4B52-2CE7-F5FB-90C7767A086A}"/>
              </a:ext>
            </a:extLst>
          </p:cNvPr>
          <p:cNvCxnSpPr/>
          <p:nvPr/>
        </p:nvCxnSpPr>
        <p:spPr>
          <a:xfrm flipV="1">
            <a:off x="2351998" y="5316008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line_166">
            <a:extLst>
              <a:ext uri="{FF2B5EF4-FFF2-40B4-BE49-F238E27FC236}">
                <a16:creationId xmlns:a16="http://schemas.microsoft.com/office/drawing/2014/main" id="{9F4C5C0C-807D-E3E4-5724-5D8F07B5FC60}"/>
              </a:ext>
            </a:extLst>
          </p:cNvPr>
          <p:cNvCxnSpPr/>
          <p:nvPr/>
        </p:nvCxnSpPr>
        <p:spPr>
          <a:xfrm flipV="1">
            <a:off x="2351998" y="5253567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line_167">
            <a:extLst>
              <a:ext uri="{FF2B5EF4-FFF2-40B4-BE49-F238E27FC236}">
                <a16:creationId xmlns:a16="http://schemas.microsoft.com/office/drawing/2014/main" id="{B77D340C-602E-7E48-B3C3-BAB55DC0FA89}"/>
              </a:ext>
            </a:extLst>
          </p:cNvPr>
          <p:cNvCxnSpPr/>
          <p:nvPr/>
        </p:nvCxnSpPr>
        <p:spPr>
          <a:xfrm flipV="1">
            <a:off x="2351998" y="5191125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line_168">
            <a:extLst>
              <a:ext uri="{FF2B5EF4-FFF2-40B4-BE49-F238E27FC236}">
                <a16:creationId xmlns:a16="http://schemas.microsoft.com/office/drawing/2014/main" id="{D703316C-3B38-C963-454D-C10B98763BAB}"/>
              </a:ext>
            </a:extLst>
          </p:cNvPr>
          <p:cNvCxnSpPr/>
          <p:nvPr/>
        </p:nvCxnSpPr>
        <p:spPr>
          <a:xfrm flipH="1" flipV="1">
            <a:off x="2191984" y="5128683"/>
            <a:ext cx="160014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line_169">
            <a:extLst>
              <a:ext uri="{FF2B5EF4-FFF2-40B4-BE49-F238E27FC236}">
                <a16:creationId xmlns:a16="http://schemas.microsoft.com/office/drawing/2014/main" id="{3AE1A338-5F86-A4F6-D82F-32F024CD7749}"/>
              </a:ext>
            </a:extLst>
          </p:cNvPr>
          <p:cNvCxnSpPr/>
          <p:nvPr/>
        </p:nvCxnSpPr>
        <p:spPr>
          <a:xfrm flipV="1">
            <a:off x="2191984" y="5066242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line_170">
            <a:extLst>
              <a:ext uri="{FF2B5EF4-FFF2-40B4-BE49-F238E27FC236}">
                <a16:creationId xmlns:a16="http://schemas.microsoft.com/office/drawing/2014/main" id="{8B6458B3-E40D-2E18-2A81-9D792CF30259}"/>
              </a:ext>
            </a:extLst>
          </p:cNvPr>
          <p:cNvCxnSpPr/>
          <p:nvPr/>
        </p:nvCxnSpPr>
        <p:spPr>
          <a:xfrm flipV="1">
            <a:off x="2191984" y="5003800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line_171">
            <a:extLst>
              <a:ext uri="{FF2B5EF4-FFF2-40B4-BE49-F238E27FC236}">
                <a16:creationId xmlns:a16="http://schemas.microsoft.com/office/drawing/2014/main" id="{F808B1B2-ACB9-2A05-B88F-FE76C87C8269}"/>
              </a:ext>
            </a:extLst>
          </p:cNvPr>
          <p:cNvCxnSpPr/>
          <p:nvPr/>
        </p:nvCxnSpPr>
        <p:spPr>
          <a:xfrm flipH="1">
            <a:off x="2031970" y="5003800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line_172">
            <a:extLst>
              <a:ext uri="{FF2B5EF4-FFF2-40B4-BE49-F238E27FC236}">
                <a16:creationId xmlns:a16="http://schemas.microsoft.com/office/drawing/2014/main" id="{E8D83BC1-FF98-A713-27A7-9C3DD1C85E75}"/>
              </a:ext>
            </a:extLst>
          </p:cNvPr>
          <p:cNvCxnSpPr/>
          <p:nvPr/>
        </p:nvCxnSpPr>
        <p:spPr>
          <a:xfrm flipH="1">
            <a:off x="1871956" y="5003800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line_173">
            <a:extLst>
              <a:ext uri="{FF2B5EF4-FFF2-40B4-BE49-F238E27FC236}">
                <a16:creationId xmlns:a16="http://schemas.microsoft.com/office/drawing/2014/main" id="{8F17CCE3-3549-B14E-4EFC-623F2FBC1338}"/>
              </a:ext>
            </a:extLst>
          </p:cNvPr>
          <p:cNvCxnSpPr/>
          <p:nvPr/>
        </p:nvCxnSpPr>
        <p:spPr>
          <a:xfrm flipV="1">
            <a:off x="1871956" y="4941358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line_174">
            <a:extLst>
              <a:ext uri="{FF2B5EF4-FFF2-40B4-BE49-F238E27FC236}">
                <a16:creationId xmlns:a16="http://schemas.microsoft.com/office/drawing/2014/main" id="{55A36BC6-E4F1-6910-1D59-26868844DD8B}"/>
              </a:ext>
            </a:extLst>
          </p:cNvPr>
          <p:cNvCxnSpPr/>
          <p:nvPr/>
        </p:nvCxnSpPr>
        <p:spPr>
          <a:xfrm flipV="1">
            <a:off x="1871956" y="4878917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line_175">
            <a:extLst>
              <a:ext uri="{FF2B5EF4-FFF2-40B4-BE49-F238E27FC236}">
                <a16:creationId xmlns:a16="http://schemas.microsoft.com/office/drawing/2014/main" id="{0F08102F-05DF-DFA9-028C-59F85FFA9E59}"/>
              </a:ext>
            </a:extLst>
          </p:cNvPr>
          <p:cNvCxnSpPr/>
          <p:nvPr/>
        </p:nvCxnSpPr>
        <p:spPr>
          <a:xfrm flipV="1">
            <a:off x="1871956" y="4816475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line_176">
            <a:extLst>
              <a:ext uri="{FF2B5EF4-FFF2-40B4-BE49-F238E27FC236}">
                <a16:creationId xmlns:a16="http://schemas.microsoft.com/office/drawing/2014/main" id="{877EB382-B3DB-046F-78C4-7D5A9522453D}"/>
              </a:ext>
            </a:extLst>
          </p:cNvPr>
          <p:cNvCxnSpPr/>
          <p:nvPr/>
        </p:nvCxnSpPr>
        <p:spPr>
          <a:xfrm flipH="1">
            <a:off x="1711942" y="4816475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line_177">
            <a:extLst>
              <a:ext uri="{FF2B5EF4-FFF2-40B4-BE49-F238E27FC236}">
                <a16:creationId xmlns:a16="http://schemas.microsoft.com/office/drawing/2014/main" id="{8792A230-809E-C84E-11D8-4FAEB970A129}"/>
              </a:ext>
            </a:extLst>
          </p:cNvPr>
          <p:cNvCxnSpPr/>
          <p:nvPr/>
        </p:nvCxnSpPr>
        <p:spPr>
          <a:xfrm flipV="1">
            <a:off x="1711942" y="4754033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line_178">
            <a:extLst>
              <a:ext uri="{FF2B5EF4-FFF2-40B4-BE49-F238E27FC236}">
                <a16:creationId xmlns:a16="http://schemas.microsoft.com/office/drawing/2014/main" id="{8E83B1BB-AE94-78E8-4145-5D3C698A6A91}"/>
              </a:ext>
            </a:extLst>
          </p:cNvPr>
          <p:cNvCxnSpPr/>
          <p:nvPr/>
        </p:nvCxnSpPr>
        <p:spPr>
          <a:xfrm flipV="1">
            <a:off x="1711942" y="4691592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line_179">
            <a:extLst>
              <a:ext uri="{FF2B5EF4-FFF2-40B4-BE49-F238E27FC236}">
                <a16:creationId xmlns:a16="http://schemas.microsoft.com/office/drawing/2014/main" id="{E9A91D97-8565-81B1-997F-577D8F4CFD5B}"/>
              </a:ext>
            </a:extLst>
          </p:cNvPr>
          <p:cNvCxnSpPr/>
          <p:nvPr/>
        </p:nvCxnSpPr>
        <p:spPr>
          <a:xfrm flipV="1">
            <a:off x="1711942" y="4629150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line_180">
            <a:extLst>
              <a:ext uri="{FF2B5EF4-FFF2-40B4-BE49-F238E27FC236}">
                <a16:creationId xmlns:a16="http://schemas.microsoft.com/office/drawing/2014/main" id="{080484BB-FBD6-D862-6B3E-A6A643CC23F2}"/>
              </a:ext>
            </a:extLst>
          </p:cNvPr>
          <p:cNvCxnSpPr/>
          <p:nvPr/>
        </p:nvCxnSpPr>
        <p:spPr>
          <a:xfrm flipV="1">
            <a:off x="1711942" y="4504267"/>
            <a:ext cx="0" cy="124883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line_181">
            <a:extLst>
              <a:ext uri="{FF2B5EF4-FFF2-40B4-BE49-F238E27FC236}">
                <a16:creationId xmlns:a16="http://schemas.microsoft.com/office/drawing/2014/main" id="{C3F845F6-F20E-2A73-82DE-4C21971E0518}"/>
              </a:ext>
            </a:extLst>
          </p:cNvPr>
          <p:cNvCxnSpPr/>
          <p:nvPr/>
        </p:nvCxnSpPr>
        <p:spPr>
          <a:xfrm flipV="1">
            <a:off x="1711942" y="4441825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line_182">
            <a:extLst>
              <a:ext uri="{FF2B5EF4-FFF2-40B4-BE49-F238E27FC236}">
                <a16:creationId xmlns:a16="http://schemas.microsoft.com/office/drawing/2014/main" id="{B1C02C57-974A-00A9-5F39-7A999CF0611C}"/>
              </a:ext>
            </a:extLst>
          </p:cNvPr>
          <p:cNvCxnSpPr/>
          <p:nvPr/>
        </p:nvCxnSpPr>
        <p:spPr>
          <a:xfrm flipV="1">
            <a:off x="1711942" y="4316942"/>
            <a:ext cx="0" cy="124883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line_183">
            <a:extLst>
              <a:ext uri="{FF2B5EF4-FFF2-40B4-BE49-F238E27FC236}">
                <a16:creationId xmlns:a16="http://schemas.microsoft.com/office/drawing/2014/main" id="{C89273A3-FD53-3638-2162-51DED220D8B4}"/>
              </a:ext>
            </a:extLst>
          </p:cNvPr>
          <p:cNvCxnSpPr/>
          <p:nvPr/>
        </p:nvCxnSpPr>
        <p:spPr>
          <a:xfrm flipV="1">
            <a:off x="1711942" y="4192058"/>
            <a:ext cx="0" cy="124884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line_184">
            <a:extLst>
              <a:ext uri="{FF2B5EF4-FFF2-40B4-BE49-F238E27FC236}">
                <a16:creationId xmlns:a16="http://schemas.microsoft.com/office/drawing/2014/main" id="{58A9E517-DE25-373A-70FE-6AA3EAB73BB4}"/>
              </a:ext>
            </a:extLst>
          </p:cNvPr>
          <p:cNvCxnSpPr/>
          <p:nvPr/>
        </p:nvCxnSpPr>
        <p:spPr>
          <a:xfrm flipV="1">
            <a:off x="1711942" y="4129617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line_185">
            <a:extLst>
              <a:ext uri="{FF2B5EF4-FFF2-40B4-BE49-F238E27FC236}">
                <a16:creationId xmlns:a16="http://schemas.microsoft.com/office/drawing/2014/main" id="{9C7A6FF6-2B90-7C09-5047-A72B2AFA0258}"/>
              </a:ext>
            </a:extLst>
          </p:cNvPr>
          <p:cNvCxnSpPr/>
          <p:nvPr/>
        </p:nvCxnSpPr>
        <p:spPr>
          <a:xfrm flipV="1">
            <a:off x="1711942" y="4067175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line_186">
            <a:extLst>
              <a:ext uri="{FF2B5EF4-FFF2-40B4-BE49-F238E27FC236}">
                <a16:creationId xmlns:a16="http://schemas.microsoft.com/office/drawing/2014/main" id="{B1CD7A92-E23A-5369-A435-8B9194A2969A}"/>
              </a:ext>
            </a:extLst>
          </p:cNvPr>
          <p:cNvCxnSpPr/>
          <p:nvPr/>
        </p:nvCxnSpPr>
        <p:spPr>
          <a:xfrm flipH="1">
            <a:off x="1551928" y="4067175"/>
            <a:ext cx="160014" cy="0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line_187">
            <a:extLst>
              <a:ext uri="{FF2B5EF4-FFF2-40B4-BE49-F238E27FC236}">
                <a16:creationId xmlns:a16="http://schemas.microsoft.com/office/drawing/2014/main" id="{1BAF687A-8A64-2317-63A2-FAD1EAE72599}"/>
              </a:ext>
            </a:extLst>
          </p:cNvPr>
          <p:cNvCxnSpPr/>
          <p:nvPr/>
        </p:nvCxnSpPr>
        <p:spPr>
          <a:xfrm flipV="1">
            <a:off x="1551928" y="4004733"/>
            <a:ext cx="0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line_188">
            <a:extLst>
              <a:ext uri="{FF2B5EF4-FFF2-40B4-BE49-F238E27FC236}">
                <a16:creationId xmlns:a16="http://schemas.microsoft.com/office/drawing/2014/main" id="{E8087860-25D3-3DD4-CC0E-CADDAACD8FC4}"/>
              </a:ext>
            </a:extLst>
          </p:cNvPr>
          <p:cNvCxnSpPr/>
          <p:nvPr/>
        </p:nvCxnSpPr>
        <p:spPr>
          <a:xfrm flipV="1">
            <a:off x="1551928" y="3942292"/>
            <a:ext cx="0" cy="62441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line_189">
            <a:extLst>
              <a:ext uri="{FF2B5EF4-FFF2-40B4-BE49-F238E27FC236}">
                <a16:creationId xmlns:a16="http://schemas.microsoft.com/office/drawing/2014/main" id="{7EA62D69-926C-F871-66EC-671A080B4095}"/>
              </a:ext>
            </a:extLst>
          </p:cNvPr>
          <p:cNvCxnSpPr/>
          <p:nvPr/>
        </p:nvCxnSpPr>
        <p:spPr>
          <a:xfrm flipV="1">
            <a:off x="1551928" y="3692525"/>
            <a:ext cx="0" cy="249767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line_190">
            <a:extLst>
              <a:ext uri="{FF2B5EF4-FFF2-40B4-BE49-F238E27FC236}">
                <a16:creationId xmlns:a16="http://schemas.microsoft.com/office/drawing/2014/main" id="{CF71E473-0C31-C28A-FA0D-058AA2EA719A}"/>
              </a:ext>
            </a:extLst>
          </p:cNvPr>
          <p:cNvCxnSpPr/>
          <p:nvPr/>
        </p:nvCxnSpPr>
        <p:spPr>
          <a:xfrm flipH="1" flipV="1">
            <a:off x="1391914" y="3567642"/>
            <a:ext cx="160014" cy="124883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line_191">
            <a:extLst>
              <a:ext uri="{FF2B5EF4-FFF2-40B4-BE49-F238E27FC236}">
                <a16:creationId xmlns:a16="http://schemas.microsoft.com/office/drawing/2014/main" id="{E84D055D-BDFB-ACED-8C7F-4B20D93D134C}"/>
              </a:ext>
            </a:extLst>
          </p:cNvPr>
          <p:cNvCxnSpPr/>
          <p:nvPr/>
        </p:nvCxnSpPr>
        <p:spPr>
          <a:xfrm flipH="1" flipV="1">
            <a:off x="1231900" y="3505200"/>
            <a:ext cx="160014" cy="62442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line_192">
            <a:extLst>
              <a:ext uri="{FF2B5EF4-FFF2-40B4-BE49-F238E27FC236}">
                <a16:creationId xmlns:a16="http://schemas.microsoft.com/office/drawing/2014/main" id="{2F56E055-63F0-F8E1-0E49-01F2A21E1FB9}"/>
              </a:ext>
            </a:extLst>
          </p:cNvPr>
          <p:cNvCxnSpPr/>
          <p:nvPr/>
        </p:nvCxnSpPr>
        <p:spPr>
          <a:xfrm flipV="1">
            <a:off x="1231900" y="3380317"/>
            <a:ext cx="0" cy="124883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line_193">
            <a:extLst>
              <a:ext uri="{FF2B5EF4-FFF2-40B4-BE49-F238E27FC236}">
                <a16:creationId xmlns:a16="http://schemas.microsoft.com/office/drawing/2014/main" id="{332F0390-81E0-5DFB-CB10-C1D69BECFAD7}"/>
              </a:ext>
            </a:extLst>
          </p:cNvPr>
          <p:cNvCxnSpPr/>
          <p:nvPr/>
        </p:nvCxnSpPr>
        <p:spPr>
          <a:xfrm flipV="1">
            <a:off x="1231900" y="3130550"/>
            <a:ext cx="0" cy="249767"/>
          </a:xfrm>
          <a:prstGeom prst="line">
            <a:avLst/>
          </a:prstGeom>
          <a:ln w="1460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ellipse_194">
            <a:extLst>
              <a:ext uri="{FF2B5EF4-FFF2-40B4-BE49-F238E27FC236}">
                <a16:creationId xmlns:a16="http://schemas.microsoft.com/office/drawing/2014/main" id="{4BA8F191-7276-B143-6081-52043690073A}"/>
              </a:ext>
            </a:extLst>
          </p:cNvPr>
          <p:cNvSpPr/>
          <p:nvPr/>
        </p:nvSpPr>
        <p:spPr>
          <a:xfrm>
            <a:off x="2461212" y="5390092"/>
            <a:ext cx="101600" cy="101600"/>
          </a:xfrm>
          <a:prstGeom prst="ellipse">
            <a:avLst/>
          </a:prstGeom>
          <a:solidFill>
            <a:srgbClr val="377D78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ellipse_195">
            <a:extLst>
              <a:ext uri="{FF2B5EF4-FFF2-40B4-BE49-F238E27FC236}">
                <a16:creationId xmlns:a16="http://schemas.microsoft.com/office/drawing/2014/main" id="{6A686309-20B0-88AC-A899-9690DB67A77A}"/>
              </a:ext>
            </a:extLst>
          </p:cNvPr>
          <p:cNvSpPr/>
          <p:nvPr/>
        </p:nvSpPr>
        <p:spPr>
          <a:xfrm>
            <a:off x="2141184" y="5077883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77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text_196">
            <a:extLst>
              <a:ext uri="{FF2B5EF4-FFF2-40B4-BE49-F238E27FC236}">
                <a16:creationId xmlns:a16="http://schemas.microsoft.com/office/drawing/2014/main" id="{9FD6DFC5-2316-8559-75BE-DB901B72898B}"/>
              </a:ext>
            </a:extLst>
          </p:cNvPr>
          <p:cNvSpPr txBox="1"/>
          <p:nvPr/>
        </p:nvSpPr>
        <p:spPr>
          <a:xfrm>
            <a:off x="8877300" y="4381499"/>
            <a:ext cx="571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377D78"/>
                </a:solidFill>
                <a:latin typeface="Arial" panose="020B0604020202020204" pitchFamily="34" charset="0"/>
              </a:rPr>
              <a:t>C</a:t>
            </a:r>
            <a:endParaRPr lang="zh-CN" altLang="en-US" sz="1300" b="1">
              <a:solidFill>
                <a:srgbClr val="377D78"/>
              </a:solidFill>
              <a:latin typeface="Arial" panose="020B0604020202020204" pitchFamily="34" charset="0"/>
            </a:endParaRPr>
          </a:p>
        </p:txBody>
      </p:sp>
      <p:sp>
        <p:nvSpPr>
          <p:cNvPr id="198" name="text_197">
            <a:extLst>
              <a:ext uri="{FF2B5EF4-FFF2-40B4-BE49-F238E27FC236}">
                <a16:creationId xmlns:a16="http://schemas.microsoft.com/office/drawing/2014/main" id="{374F83F3-2F27-74BC-E21C-1DAB41CE11B8}"/>
              </a:ext>
            </a:extLst>
          </p:cNvPr>
          <p:cNvSpPr txBox="1"/>
          <p:nvPr/>
        </p:nvSpPr>
        <p:spPr>
          <a:xfrm>
            <a:off x="9652000" y="4381499"/>
            <a:ext cx="96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17/72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99" name="text_198">
            <a:extLst>
              <a:ext uri="{FF2B5EF4-FFF2-40B4-BE49-F238E27FC236}">
                <a16:creationId xmlns:a16="http://schemas.microsoft.com/office/drawing/2014/main" id="{0BDE32BC-58B8-2389-8D8E-7F865C2434FF}"/>
              </a:ext>
            </a:extLst>
          </p:cNvPr>
          <p:cNvSpPr txBox="1"/>
          <p:nvPr/>
        </p:nvSpPr>
        <p:spPr>
          <a:xfrm>
            <a:off x="10795000" y="4381499"/>
            <a:ext cx="990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0.131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00" name="line_199">
            <a:extLst>
              <a:ext uri="{FF2B5EF4-FFF2-40B4-BE49-F238E27FC236}">
                <a16:creationId xmlns:a16="http://schemas.microsoft.com/office/drawing/2014/main" id="{76E3B3FC-175D-488D-09FA-E1CB2EAEA1F5}"/>
              </a:ext>
            </a:extLst>
          </p:cNvPr>
          <p:cNvCxnSpPr/>
          <p:nvPr/>
        </p:nvCxnSpPr>
        <p:spPr>
          <a:xfrm>
            <a:off x="8839200" y="4889500"/>
            <a:ext cx="2984500" cy="0"/>
          </a:xfrm>
          <a:prstGeom prst="line">
            <a:avLst/>
          </a:prstGeom>
          <a:ln w="571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_200">
            <a:extLst>
              <a:ext uri="{FF2B5EF4-FFF2-40B4-BE49-F238E27FC236}">
                <a16:creationId xmlns:a16="http://schemas.microsoft.com/office/drawing/2014/main" id="{4EE8DEBF-749A-F7C4-CA39-6CE52EC41DF2}"/>
              </a:ext>
            </a:extLst>
          </p:cNvPr>
          <p:cNvSpPr txBox="1"/>
          <p:nvPr/>
        </p:nvSpPr>
        <p:spPr>
          <a:xfrm>
            <a:off x="8877300" y="5295899"/>
            <a:ext cx="571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806B91"/>
                </a:solidFill>
                <a:latin typeface="Arial" panose="020B0604020202020204" pitchFamily="34" charset="0"/>
              </a:rPr>
              <a:t>D</a:t>
            </a:r>
            <a:endParaRPr lang="zh-CN" altLang="en-US" sz="1300" b="1">
              <a:solidFill>
                <a:srgbClr val="806B91"/>
              </a:solidFill>
              <a:latin typeface="Arial" panose="020B0604020202020204" pitchFamily="34" charset="0"/>
            </a:endParaRPr>
          </a:p>
        </p:txBody>
      </p:sp>
      <p:sp>
        <p:nvSpPr>
          <p:cNvPr id="202" name="text_201">
            <a:extLst>
              <a:ext uri="{FF2B5EF4-FFF2-40B4-BE49-F238E27FC236}">
                <a16:creationId xmlns:a16="http://schemas.microsoft.com/office/drawing/2014/main" id="{D62540E0-447C-DF4B-3AE9-3C5BEDDC6F7D}"/>
              </a:ext>
            </a:extLst>
          </p:cNvPr>
          <p:cNvSpPr txBox="1"/>
          <p:nvPr/>
        </p:nvSpPr>
        <p:spPr>
          <a:xfrm>
            <a:off x="9652000" y="5295899"/>
            <a:ext cx="96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626262"/>
                </a:solidFill>
                <a:latin typeface="Arial" panose="020B0604020202020204" pitchFamily="34" charset="0"/>
              </a:rPr>
              <a:t>—</a:t>
            </a:r>
            <a:endParaRPr lang="zh-CN" altLang="en-US" sz="12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203" name="text_202">
            <a:extLst>
              <a:ext uri="{FF2B5EF4-FFF2-40B4-BE49-F238E27FC236}">
                <a16:creationId xmlns:a16="http://schemas.microsoft.com/office/drawing/2014/main" id="{C38639F0-19C5-A026-1DCB-A1B8C5F4A00F}"/>
              </a:ext>
            </a:extLst>
          </p:cNvPr>
          <p:cNvSpPr txBox="1"/>
          <p:nvPr/>
        </p:nvSpPr>
        <p:spPr>
          <a:xfrm>
            <a:off x="10795000" y="5295899"/>
            <a:ext cx="990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626262"/>
                </a:solidFill>
                <a:latin typeface="Arial" panose="020B0604020202020204" pitchFamily="34" charset="0"/>
              </a:rPr>
              <a:t>—</a:t>
            </a:r>
            <a:endParaRPr lang="zh-CN" altLang="en-US" sz="12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204" name="text_203">
            <a:extLst>
              <a:ext uri="{FF2B5EF4-FFF2-40B4-BE49-F238E27FC236}">
                <a16:creationId xmlns:a16="http://schemas.microsoft.com/office/drawing/2014/main" id="{216FC488-DE84-827D-18D8-1A91CFF257B9}"/>
              </a:ext>
            </a:extLst>
          </p:cNvPr>
          <p:cNvSpPr txBox="1"/>
          <p:nvPr/>
        </p:nvSpPr>
        <p:spPr>
          <a:xfrm>
            <a:off x="8877300" y="5892799"/>
            <a:ext cx="29337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D curve and counts pending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cxnSp>
        <p:nvCxnSpPr>
          <p:cNvPr id="205" name="line_204">
            <a:extLst>
              <a:ext uri="{FF2B5EF4-FFF2-40B4-BE49-F238E27FC236}">
                <a16:creationId xmlns:a16="http://schemas.microsoft.com/office/drawing/2014/main" id="{00382364-4916-7B3F-BF24-3C4D9CF61B95}"/>
              </a:ext>
            </a:extLst>
          </p:cNvPr>
          <p:cNvCxnSpPr/>
          <p:nvPr/>
        </p:nvCxnSpPr>
        <p:spPr>
          <a:xfrm>
            <a:off x="1282700" y="1600200"/>
            <a:ext cx="355600" cy="0"/>
          </a:xfrm>
          <a:prstGeom prst="line">
            <a:avLst/>
          </a:prstGeom>
          <a:ln w="13970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_205">
            <a:extLst>
              <a:ext uri="{FF2B5EF4-FFF2-40B4-BE49-F238E27FC236}">
                <a16:creationId xmlns:a16="http://schemas.microsoft.com/office/drawing/2014/main" id="{2597FC12-7A9F-595D-9A76-FD71362335D8}"/>
              </a:ext>
            </a:extLst>
          </p:cNvPr>
          <p:cNvSpPr txBox="1"/>
          <p:nvPr/>
        </p:nvSpPr>
        <p:spPr>
          <a:xfrm>
            <a:off x="1739900" y="1473199"/>
            <a:ext cx="14859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A  real93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07" name="line_206">
            <a:extLst>
              <a:ext uri="{FF2B5EF4-FFF2-40B4-BE49-F238E27FC236}">
                <a16:creationId xmlns:a16="http://schemas.microsoft.com/office/drawing/2014/main" id="{401FCBDE-0C4F-E71E-11E3-9957A9DD68D9}"/>
              </a:ext>
            </a:extLst>
          </p:cNvPr>
          <p:cNvCxnSpPr/>
          <p:nvPr/>
        </p:nvCxnSpPr>
        <p:spPr>
          <a:xfrm>
            <a:off x="3429000" y="1600200"/>
            <a:ext cx="355600" cy="0"/>
          </a:xfrm>
          <a:prstGeom prst="line">
            <a:avLst/>
          </a:prstGeom>
          <a:ln w="13970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_207">
            <a:extLst>
              <a:ext uri="{FF2B5EF4-FFF2-40B4-BE49-F238E27FC236}">
                <a16:creationId xmlns:a16="http://schemas.microsoft.com/office/drawing/2014/main" id="{D4C81CC5-94BA-DF34-1C3B-7DE471A75804}"/>
              </a:ext>
            </a:extLst>
          </p:cNvPr>
          <p:cNvSpPr txBox="1"/>
          <p:nvPr/>
        </p:nvSpPr>
        <p:spPr>
          <a:xfrm>
            <a:off x="3886200" y="1473199"/>
            <a:ext cx="14859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B  Augmented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09" name="line_208">
            <a:extLst>
              <a:ext uri="{FF2B5EF4-FFF2-40B4-BE49-F238E27FC236}">
                <a16:creationId xmlns:a16="http://schemas.microsoft.com/office/drawing/2014/main" id="{6A7CB69B-7A8B-E882-1CA6-AC6DDAEB5BE4}"/>
              </a:ext>
            </a:extLst>
          </p:cNvPr>
          <p:cNvCxnSpPr/>
          <p:nvPr/>
        </p:nvCxnSpPr>
        <p:spPr>
          <a:xfrm>
            <a:off x="5575300" y="1600200"/>
            <a:ext cx="355600" cy="0"/>
          </a:xfrm>
          <a:prstGeom prst="line">
            <a:avLst/>
          </a:prstGeom>
          <a:ln w="13970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_209">
            <a:extLst>
              <a:ext uri="{FF2B5EF4-FFF2-40B4-BE49-F238E27FC236}">
                <a16:creationId xmlns:a16="http://schemas.microsoft.com/office/drawing/2014/main" id="{3D58F73C-985E-3505-AEB3-BE8D6A4213C1}"/>
              </a:ext>
            </a:extLst>
          </p:cNvPr>
          <p:cNvSpPr txBox="1"/>
          <p:nvPr/>
        </p:nvSpPr>
        <p:spPr>
          <a:xfrm>
            <a:off x="6032500" y="1473199"/>
            <a:ext cx="14859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0">
                <a:solidFill>
                  <a:srgbClr val="202020"/>
                </a:solidFill>
                <a:latin typeface="Arial" panose="020B0604020202020204" pitchFamily="34" charset="0"/>
              </a:rPr>
              <a:t>C  Image edit</a:t>
            </a:r>
            <a:endParaRPr lang="zh-CN" altLang="en-US" sz="11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11" name="ellipse_210">
            <a:extLst>
              <a:ext uri="{FF2B5EF4-FFF2-40B4-BE49-F238E27FC236}">
                <a16:creationId xmlns:a16="http://schemas.microsoft.com/office/drawing/2014/main" id="{0DB4F51C-974C-FC45-C0D8-A5A3A4F8BDFB}"/>
              </a:ext>
            </a:extLst>
          </p:cNvPr>
          <p:cNvSpPr/>
          <p:nvPr/>
        </p:nvSpPr>
        <p:spPr>
          <a:xfrm>
            <a:off x="9105900" y="6934200"/>
            <a:ext cx="101600" cy="101600"/>
          </a:xfrm>
          <a:prstGeom prst="ellipse">
            <a:avLst/>
          </a:prstGeom>
          <a:solidFill>
            <a:srgbClr val="202020"/>
          </a:solidFill>
          <a:ln w="8890">
            <a:solidFill>
              <a:srgbClr val="2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text_211">
            <a:extLst>
              <a:ext uri="{FF2B5EF4-FFF2-40B4-BE49-F238E27FC236}">
                <a16:creationId xmlns:a16="http://schemas.microsoft.com/office/drawing/2014/main" id="{9A3F1C1F-09FD-FD32-5F64-B8837E2EAE5B}"/>
              </a:ext>
            </a:extLst>
          </p:cNvPr>
          <p:cNvSpPr txBox="1"/>
          <p:nvPr/>
        </p:nvSpPr>
        <p:spPr>
          <a:xfrm>
            <a:off x="9321800" y="6845299"/>
            <a:ext cx="2413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Filled: confidence 0.25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13" name="ellipse_212">
            <a:extLst>
              <a:ext uri="{FF2B5EF4-FFF2-40B4-BE49-F238E27FC236}">
                <a16:creationId xmlns:a16="http://schemas.microsoft.com/office/drawing/2014/main" id="{4BEE5A49-BBD6-0E76-DAD7-2A75BCEDE518}"/>
              </a:ext>
            </a:extLst>
          </p:cNvPr>
          <p:cNvSpPr/>
          <p:nvPr/>
        </p:nvSpPr>
        <p:spPr>
          <a:xfrm>
            <a:off x="9105900" y="7264400"/>
            <a:ext cx="101600" cy="101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2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text_213">
            <a:extLst>
              <a:ext uri="{FF2B5EF4-FFF2-40B4-BE49-F238E27FC236}">
                <a16:creationId xmlns:a16="http://schemas.microsoft.com/office/drawing/2014/main" id="{89256351-901E-14FF-D8DD-E32CDE12A33C}"/>
              </a:ext>
            </a:extLst>
          </p:cNvPr>
          <p:cNvSpPr txBox="1"/>
          <p:nvPr/>
        </p:nvSpPr>
        <p:spPr>
          <a:xfrm>
            <a:off x="9321800" y="7188199"/>
            <a:ext cx="2413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Open: confidence 0.50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15" name="text_214">
            <a:extLst>
              <a:ext uri="{FF2B5EF4-FFF2-40B4-BE49-F238E27FC236}">
                <a16:creationId xmlns:a16="http://schemas.microsoft.com/office/drawing/2014/main" id="{B7F7B73A-3B80-A0CB-34C8-4167C13123F0}"/>
              </a:ext>
            </a:extLst>
          </p:cNvPr>
          <p:cNvSpPr txBox="1"/>
          <p:nvPr/>
        </p:nvSpPr>
        <p:spPr>
          <a:xfrm>
            <a:off x="355600" y="7683499"/>
            <a:ext cx="11480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IoU = 0.50; confidence thresholds 0.05–0.95. Each dev61 image contributes only predictions from its held-out fold.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945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自定义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2026-10-06T08:47:16Z</dcterms:created>
  <dcterms:modified xsi:type="dcterms:W3CDTF">2026-10-06T08:47:16Z</dcterms:modified>
</cp:coreProperties>
</file>