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812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DB0272-1BB3-4EBE-979C-9401D09271F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54383-2D9E-49A4-82B0-4E26F267E1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766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000">
                <a:latin typeface="Arial" panose="020B0604020202020204" pitchFamily="34" charset="0"/>
              </a:rPr>
              <a:t>Source: experiments/v4_protocol/v4_protocol_{real93v4,aug1085v4,gen1085v4}.json, fixed_endpoint at epoch300. Shared AP0..1 colour scale; numeric labels&gt;=0.500 white, lower labels black, as requested by author. D cells empty; these are dev61 fixed-endpoint development scores, not joint OOF or final-test performance.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54383-2D9E-49A4-82B0-4E26F267E13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756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F2ABA-DA85-5FF0-68A8-04D0B48E3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0208"/>
            <a:ext cx="9144000" cy="282974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6092CDD-5A1C-DBAA-E70B-13C6FFDB6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9082"/>
            <a:ext cx="9144000" cy="196238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3C9C79-0AF6-1F48-B730-27F1F4538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8C7C3-C07A-4A74-B40C-C7666B087BC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48348F-D071-FED3-03C4-31D53FE04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59BF06-7602-71BF-CE32-364529011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787A-929A-4B62-AD52-C48C5FB18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479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181CA7-09D0-3AFE-4FE0-7DC9E0B0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A4C85E-31F9-4B2C-C4B3-B80C94025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38C5C4-45A2-8C8D-04B3-AC61445BE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8C7C3-C07A-4A74-B40C-C7666B087BC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9F8F1C-8BDE-BF8E-CC5A-15E2D2B50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13DD14-EF5E-78F2-491D-AB7504B17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787A-929A-4B62-AD52-C48C5FB18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552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262B26-B873-2359-59D3-4373CDA91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26357"/>
            <a:ext cx="10515600" cy="338102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2D86AE-8AB5-3787-21D8-F7D769211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439364"/>
            <a:ext cx="10515600" cy="17779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F4BA64-8B88-8335-B089-AC9F28818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8C7C3-C07A-4A74-B40C-C7666B087BC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33686B-04DF-A345-94AC-39C18DEAA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5DFC3F-290A-9F1B-4464-65C2D2D5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787A-929A-4B62-AD52-C48C5FB18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55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0B2DD9-90BE-59EB-480C-E41399ECE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0226FB-E01A-2695-FB51-78ADCF85A3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63704"/>
            <a:ext cx="5181600" cy="51571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5CA3B7-8A52-480D-DDAE-35B6344E7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63704"/>
            <a:ext cx="5181600" cy="51571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9A2B01-F6C1-31EA-F9B6-DD838CDDD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8C7C3-C07A-4A74-B40C-C7666B087BC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251B5B-E219-A02F-7ED3-9E0C39E6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6B0598-10B9-817D-ACE9-FDFD19C75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787A-929A-4B62-AD52-C48C5FB18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088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68EF4A-76E0-D6DC-4D89-D36610F98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32741"/>
            <a:ext cx="10515600" cy="15710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2168E7-ABE1-F7C0-872E-D9B8783E9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992490"/>
            <a:ext cx="5157787" cy="9764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32F20C-D5F3-A828-A84F-91D6FE54A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968978"/>
            <a:ext cx="5157787" cy="43669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8777C15-4ACA-B2E7-D100-249140CD8A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92490"/>
            <a:ext cx="5183188" cy="9764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6A5E74-27D4-DB6E-80AA-ACBEF6B23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8978"/>
            <a:ext cx="5183188" cy="43669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23A820C-81E5-4B78-ED4D-1777F06FD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8C7C3-C07A-4A74-B40C-C7666B087BC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F825BA3-B2C0-020F-9077-1C5E09831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F9022A-EF0B-F232-B996-5CED61807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787A-929A-4B62-AD52-C48C5FB18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798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C9C7F-7E4F-F668-7F29-EF7CB851C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63EA221-1FD3-3B44-542E-10498B3B3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8C7C3-C07A-4A74-B40C-C7666B087BC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CA07DD0-9CA6-95C0-E330-957F8B284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DF5494-5668-8B09-5385-CCCAB73B6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787A-929A-4B62-AD52-C48C5FB18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023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6BA43C8-7E7B-D70A-C873-5860FB8AA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8C7C3-C07A-4A74-B40C-C7666B087BC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D4AE27-B4E4-715E-A361-13009EA44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BBF266-5B28-A86E-AD55-592E01F6E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787A-929A-4B62-AD52-C48C5FB18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581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545957-6A75-C381-CA31-095C43AE2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541867"/>
            <a:ext cx="3932237" cy="18965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76207C-AE7C-29FE-A775-E4F7758B1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170282"/>
            <a:ext cx="6172200" cy="577614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8700BE-E751-498F-65F8-8BFA6D34E2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438400"/>
            <a:ext cx="3932237" cy="45174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73B36D-C0C2-04F6-1B88-EE141253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8C7C3-C07A-4A74-B40C-C7666B087BC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23C825-ADA7-0544-2E20-7C49C33C1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A727C6-FBDA-DCFD-9FFB-C26D6681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787A-929A-4B62-AD52-C48C5FB18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867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8D29FA-0CFD-4228-A750-F4DD9AF59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541867"/>
            <a:ext cx="3932237" cy="18965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A09AFD4-5ACA-1DAE-D5E1-9FEDFD1E79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170282"/>
            <a:ext cx="6172200" cy="577614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EDAB18-3A57-0E3D-7214-0798AB948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438400"/>
            <a:ext cx="3932237" cy="45174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56901F-46FA-68B9-DC24-5A1D810E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8C7C3-C07A-4A74-B40C-C7666B087BC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CAA9CA-5AA0-703F-3966-5E3EEB444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4C329F-38D8-804B-6ECD-A9FEF4983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787A-929A-4B62-AD52-C48C5FB18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150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17972E-47A1-B2E6-66E7-8809C66B1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485055-1B0C-78F3-3B40-E5572F354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8F27C6-E14A-53D4-910A-2B57D05B6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8C7C3-C07A-4A74-B40C-C7666B087BC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6CFC96-A0B1-7DBD-D0E7-BF80C1E4D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51484E-BF4A-0C56-6572-BD31EEDAF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787A-929A-4B62-AD52-C48C5FB18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378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49FE9A-5DA2-62FF-B864-F3B97B442B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32741"/>
            <a:ext cx="2628900" cy="688810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B4B0FC-B93F-0675-19EF-29A01647F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32741"/>
            <a:ext cx="7734300" cy="688810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92BC07-EFBD-829A-993B-446F3147A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8C7C3-C07A-4A74-B40C-C7666B087BC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F7AFD7-9B2C-8F0D-CAF3-9F6DCD9B5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77C782-1596-46EF-0741-0263195F8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787A-929A-4B62-AD52-C48C5FB18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59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B7BB5C3-D55E-06CE-CA7B-4D7617D65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741"/>
            <a:ext cx="10515600" cy="1571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7DDFAA-51CC-555D-27D5-164458489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63704"/>
            <a:ext cx="10515600" cy="5157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3E65D8-969C-3D16-23E2-11AA0CA87E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7533452"/>
            <a:ext cx="27432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78C7C3-C07A-4A74-B40C-C7666B087BC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6621F5-FC6A-515F-D0DA-029A02C82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7533452"/>
            <a:ext cx="41148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D1090C-F01F-E68F-D0B0-E936FE0E6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7533452"/>
            <a:ext cx="27432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5787A-929A-4B62-AD52-C48C5FB18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13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1">
            <a:extLst>
              <a:ext uri="{FF2B5EF4-FFF2-40B4-BE49-F238E27FC236}">
                <a16:creationId xmlns:a16="http://schemas.microsoft.com/office/drawing/2014/main" id="{E53E1992-6681-0BD8-1749-6603018C8184}"/>
              </a:ext>
            </a:extLst>
          </p:cNvPr>
          <p:cNvSpPr txBox="1"/>
          <p:nvPr/>
        </p:nvSpPr>
        <p:spPr>
          <a:xfrm>
            <a:off x="355600" y="228599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200">
                <a:solidFill>
                  <a:srgbClr val="202020"/>
                </a:solidFill>
                <a:latin typeface="Times New Roman" panose="02020603050405020304" pitchFamily="18" charset="0"/>
              </a:rPr>
              <a:t>Fixed-endpoint performance across six YOLO detectors</a:t>
            </a:r>
            <a:endParaRPr lang="zh-CN" altLang="en-US" sz="2200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text_002">
            <a:extLst>
              <a:ext uri="{FF2B5EF4-FFF2-40B4-BE49-F238E27FC236}">
                <a16:creationId xmlns:a16="http://schemas.microsoft.com/office/drawing/2014/main" id="{E3E3CC78-36DC-64CE-4B1F-AD10DDEF9812}"/>
              </a:ext>
            </a:extLst>
          </p:cNvPr>
          <p:cNvSpPr txBox="1"/>
          <p:nvPr/>
        </p:nvSpPr>
        <p:spPr>
          <a:xfrm>
            <a:off x="2032000" y="1054099"/>
            <a:ext cx="45974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00">
                <a:solidFill>
                  <a:srgbClr val="202020"/>
                </a:solidFill>
                <a:latin typeface="Times New Roman" panose="02020603050405020304" pitchFamily="18" charset="0"/>
              </a:rPr>
              <a:t>(a)  mAP50–95</a:t>
            </a:r>
            <a:endParaRPr lang="zh-CN" altLang="en-US" sz="1700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ext_003">
            <a:extLst>
              <a:ext uri="{FF2B5EF4-FFF2-40B4-BE49-F238E27FC236}">
                <a16:creationId xmlns:a16="http://schemas.microsoft.com/office/drawing/2014/main" id="{8FEBDF13-1DA9-0FA6-10AA-0AFDDF6B26D8}"/>
              </a:ext>
            </a:extLst>
          </p:cNvPr>
          <p:cNvSpPr txBox="1"/>
          <p:nvPr/>
        </p:nvSpPr>
        <p:spPr>
          <a:xfrm>
            <a:off x="2032000" y="1701799"/>
            <a:ext cx="6985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v8s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_004">
            <a:extLst>
              <a:ext uri="{FF2B5EF4-FFF2-40B4-BE49-F238E27FC236}">
                <a16:creationId xmlns:a16="http://schemas.microsoft.com/office/drawing/2014/main" id="{878B86CA-2F1E-5E36-B959-B037FEE5E127}"/>
              </a:ext>
            </a:extLst>
          </p:cNvPr>
          <p:cNvSpPr txBox="1"/>
          <p:nvPr/>
        </p:nvSpPr>
        <p:spPr>
          <a:xfrm>
            <a:off x="2794000" y="1701799"/>
            <a:ext cx="6985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v8m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_005">
            <a:extLst>
              <a:ext uri="{FF2B5EF4-FFF2-40B4-BE49-F238E27FC236}">
                <a16:creationId xmlns:a16="http://schemas.microsoft.com/office/drawing/2014/main" id="{74D9BC99-F27B-5938-205D-CB5E5E259161}"/>
              </a:ext>
            </a:extLst>
          </p:cNvPr>
          <p:cNvSpPr txBox="1"/>
          <p:nvPr/>
        </p:nvSpPr>
        <p:spPr>
          <a:xfrm>
            <a:off x="3556000" y="1701799"/>
            <a:ext cx="6985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11s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_006">
            <a:extLst>
              <a:ext uri="{FF2B5EF4-FFF2-40B4-BE49-F238E27FC236}">
                <a16:creationId xmlns:a16="http://schemas.microsoft.com/office/drawing/2014/main" id="{ADB68A1D-1C3B-9A7E-2EFD-29D4EC702A9F}"/>
              </a:ext>
            </a:extLst>
          </p:cNvPr>
          <p:cNvSpPr txBox="1"/>
          <p:nvPr/>
        </p:nvSpPr>
        <p:spPr>
          <a:xfrm>
            <a:off x="4318000" y="1701799"/>
            <a:ext cx="6985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11m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_007">
            <a:extLst>
              <a:ext uri="{FF2B5EF4-FFF2-40B4-BE49-F238E27FC236}">
                <a16:creationId xmlns:a16="http://schemas.microsoft.com/office/drawing/2014/main" id="{AD67AEBA-B864-0C4C-9EAE-765F4B7C48F7}"/>
              </a:ext>
            </a:extLst>
          </p:cNvPr>
          <p:cNvSpPr txBox="1"/>
          <p:nvPr/>
        </p:nvSpPr>
        <p:spPr>
          <a:xfrm>
            <a:off x="5080000" y="1701799"/>
            <a:ext cx="6985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26s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_008">
            <a:extLst>
              <a:ext uri="{FF2B5EF4-FFF2-40B4-BE49-F238E27FC236}">
                <a16:creationId xmlns:a16="http://schemas.microsoft.com/office/drawing/2014/main" id="{1E2A68E9-D5E6-1200-DBA7-F6B821090A14}"/>
              </a:ext>
            </a:extLst>
          </p:cNvPr>
          <p:cNvSpPr txBox="1"/>
          <p:nvPr/>
        </p:nvSpPr>
        <p:spPr>
          <a:xfrm>
            <a:off x="5842000" y="1701799"/>
            <a:ext cx="6985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26m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_009">
            <a:extLst>
              <a:ext uri="{FF2B5EF4-FFF2-40B4-BE49-F238E27FC236}">
                <a16:creationId xmlns:a16="http://schemas.microsoft.com/office/drawing/2014/main" id="{E377253E-C76D-E84B-1896-6CEF09FA6B92}"/>
              </a:ext>
            </a:extLst>
          </p:cNvPr>
          <p:cNvSpPr/>
          <p:nvPr/>
        </p:nvSpPr>
        <p:spPr>
          <a:xfrm>
            <a:off x="2032000" y="2222500"/>
            <a:ext cx="698500" cy="812800"/>
          </a:xfrm>
          <a:prstGeom prst="rect">
            <a:avLst/>
          </a:prstGeom>
          <a:solidFill>
            <a:srgbClr val="809D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_010">
            <a:extLst>
              <a:ext uri="{FF2B5EF4-FFF2-40B4-BE49-F238E27FC236}">
                <a16:creationId xmlns:a16="http://schemas.microsoft.com/office/drawing/2014/main" id="{510057E3-9763-CF41-B28A-D914306D8A91}"/>
              </a:ext>
            </a:extLst>
          </p:cNvPr>
          <p:cNvSpPr txBox="1"/>
          <p:nvPr/>
        </p:nvSpPr>
        <p:spPr>
          <a:xfrm>
            <a:off x="2044700" y="24764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0.294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_011">
            <a:extLst>
              <a:ext uri="{FF2B5EF4-FFF2-40B4-BE49-F238E27FC236}">
                <a16:creationId xmlns:a16="http://schemas.microsoft.com/office/drawing/2014/main" id="{9A864B18-6EE6-5E10-2BF3-DD89905B6D03}"/>
              </a:ext>
            </a:extLst>
          </p:cNvPr>
          <p:cNvSpPr/>
          <p:nvPr/>
        </p:nvSpPr>
        <p:spPr>
          <a:xfrm>
            <a:off x="2794000" y="2222500"/>
            <a:ext cx="698500" cy="812800"/>
          </a:xfrm>
          <a:prstGeom prst="rect">
            <a:avLst/>
          </a:prstGeom>
          <a:solidFill>
            <a:srgbClr val="95AE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_012">
            <a:extLst>
              <a:ext uri="{FF2B5EF4-FFF2-40B4-BE49-F238E27FC236}">
                <a16:creationId xmlns:a16="http://schemas.microsoft.com/office/drawing/2014/main" id="{FA4EA375-60B9-7DEC-DEA6-CF2ED4D9C499}"/>
              </a:ext>
            </a:extLst>
          </p:cNvPr>
          <p:cNvSpPr txBox="1"/>
          <p:nvPr/>
        </p:nvSpPr>
        <p:spPr>
          <a:xfrm>
            <a:off x="2806700" y="24764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0.209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_013">
            <a:extLst>
              <a:ext uri="{FF2B5EF4-FFF2-40B4-BE49-F238E27FC236}">
                <a16:creationId xmlns:a16="http://schemas.microsoft.com/office/drawing/2014/main" id="{7F7A45F1-57E6-9010-B516-B14505BD3817}"/>
              </a:ext>
            </a:extLst>
          </p:cNvPr>
          <p:cNvSpPr/>
          <p:nvPr/>
        </p:nvSpPr>
        <p:spPr>
          <a:xfrm>
            <a:off x="3556000" y="2222500"/>
            <a:ext cx="698500" cy="812800"/>
          </a:xfrm>
          <a:prstGeom prst="rect">
            <a:avLst/>
          </a:prstGeom>
          <a:solidFill>
            <a:srgbClr val="7E9C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_014">
            <a:extLst>
              <a:ext uri="{FF2B5EF4-FFF2-40B4-BE49-F238E27FC236}">
                <a16:creationId xmlns:a16="http://schemas.microsoft.com/office/drawing/2014/main" id="{EE90B758-7DE1-146C-4576-F84B142CBF99}"/>
              </a:ext>
            </a:extLst>
          </p:cNvPr>
          <p:cNvSpPr txBox="1"/>
          <p:nvPr/>
        </p:nvSpPr>
        <p:spPr>
          <a:xfrm>
            <a:off x="3568700" y="24764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0.301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t_015">
            <a:extLst>
              <a:ext uri="{FF2B5EF4-FFF2-40B4-BE49-F238E27FC236}">
                <a16:creationId xmlns:a16="http://schemas.microsoft.com/office/drawing/2014/main" id="{E90323D6-B776-6B52-ACFF-E0BB9AEF64BA}"/>
              </a:ext>
            </a:extLst>
          </p:cNvPr>
          <p:cNvSpPr/>
          <p:nvPr/>
        </p:nvSpPr>
        <p:spPr>
          <a:xfrm>
            <a:off x="4318000" y="2222500"/>
            <a:ext cx="698500" cy="812800"/>
          </a:xfrm>
          <a:prstGeom prst="rect">
            <a:avLst/>
          </a:prstGeom>
          <a:solidFill>
            <a:srgbClr val="C0CF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_016">
            <a:extLst>
              <a:ext uri="{FF2B5EF4-FFF2-40B4-BE49-F238E27FC236}">
                <a16:creationId xmlns:a16="http://schemas.microsoft.com/office/drawing/2014/main" id="{603EF951-DE23-8DCA-3F7D-B1BD0F3BF999}"/>
              </a:ext>
            </a:extLst>
          </p:cNvPr>
          <p:cNvSpPr txBox="1"/>
          <p:nvPr/>
        </p:nvSpPr>
        <p:spPr>
          <a:xfrm>
            <a:off x="4330700" y="24764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0.076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_017">
            <a:extLst>
              <a:ext uri="{FF2B5EF4-FFF2-40B4-BE49-F238E27FC236}">
                <a16:creationId xmlns:a16="http://schemas.microsoft.com/office/drawing/2014/main" id="{C0F0F7BD-840F-4F27-2C3C-C347A091C36A}"/>
              </a:ext>
            </a:extLst>
          </p:cNvPr>
          <p:cNvSpPr/>
          <p:nvPr/>
        </p:nvSpPr>
        <p:spPr>
          <a:xfrm>
            <a:off x="5080000" y="2222500"/>
            <a:ext cx="698500" cy="812800"/>
          </a:xfrm>
          <a:prstGeom prst="rect">
            <a:avLst/>
          </a:prstGeom>
          <a:solidFill>
            <a:srgbClr val="6A8B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_018">
            <a:extLst>
              <a:ext uri="{FF2B5EF4-FFF2-40B4-BE49-F238E27FC236}">
                <a16:creationId xmlns:a16="http://schemas.microsoft.com/office/drawing/2014/main" id="{43AACC74-520D-CB43-EA80-2C571F47C705}"/>
              </a:ext>
            </a:extLst>
          </p:cNvPr>
          <p:cNvSpPr txBox="1"/>
          <p:nvPr/>
        </p:nvSpPr>
        <p:spPr>
          <a:xfrm>
            <a:off x="5092700" y="24764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0.394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_019">
            <a:extLst>
              <a:ext uri="{FF2B5EF4-FFF2-40B4-BE49-F238E27FC236}">
                <a16:creationId xmlns:a16="http://schemas.microsoft.com/office/drawing/2014/main" id="{4E92A469-E395-72E0-E504-21F57B6E8996}"/>
              </a:ext>
            </a:extLst>
          </p:cNvPr>
          <p:cNvSpPr/>
          <p:nvPr/>
        </p:nvSpPr>
        <p:spPr>
          <a:xfrm>
            <a:off x="5842000" y="2222500"/>
            <a:ext cx="698500" cy="812800"/>
          </a:xfrm>
          <a:prstGeom prst="rect">
            <a:avLst/>
          </a:prstGeom>
          <a:solidFill>
            <a:srgbClr val="90AAB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_020">
            <a:extLst>
              <a:ext uri="{FF2B5EF4-FFF2-40B4-BE49-F238E27FC236}">
                <a16:creationId xmlns:a16="http://schemas.microsoft.com/office/drawing/2014/main" id="{D12A804F-7617-AA4A-CFF1-ED501105AF53}"/>
              </a:ext>
            </a:extLst>
          </p:cNvPr>
          <p:cNvSpPr txBox="1"/>
          <p:nvPr/>
        </p:nvSpPr>
        <p:spPr>
          <a:xfrm>
            <a:off x="5854700" y="24764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0.229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_021">
            <a:extLst>
              <a:ext uri="{FF2B5EF4-FFF2-40B4-BE49-F238E27FC236}">
                <a16:creationId xmlns:a16="http://schemas.microsoft.com/office/drawing/2014/main" id="{F358E678-7041-D6FD-0EDD-1D58CE2867A0}"/>
              </a:ext>
            </a:extLst>
          </p:cNvPr>
          <p:cNvSpPr/>
          <p:nvPr/>
        </p:nvSpPr>
        <p:spPr>
          <a:xfrm>
            <a:off x="2032000" y="3263900"/>
            <a:ext cx="698500" cy="812800"/>
          </a:xfrm>
          <a:prstGeom prst="rect">
            <a:avLst/>
          </a:prstGeom>
          <a:solidFill>
            <a:srgbClr val="8DA7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_022">
            <a:extLst>
              <a:ext uri="{FF2B5EF4-FFF2-40B4-BE49-F238E27FC236}">
                <a16:creationId xmlns:a16="http://schemas.microsoft.com/office/drawing/2014/main" id="{FEA94566-6CEE-B3F2-C433-7E20321B8F4B}"/>
              </a:ext>
            </a:extLst>
          </p:cNvPr>
          <p:cNvSpPr txBox="1"/>
          <p:nvPr/>
        </p:nvSpPr>
        <p:spPr>
          <a:xfrm>
            <a:off x="2044700" y="35178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0.240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4" name="rect_023">
            <a:extLst>
              <a:ext uri="{FF2B5EF4-FFF2-40B4-BE49-F238E27FC236}">
                <a16:creationId xmlns:a16="http://schemas.microsoft.com/office/drawing/2014/main" id="{B6607733-2BB4-CE82-9C04-6E40CBACC55B}"/>
              </a:ext>
            </a:extLst>
          </p:cNvPr>
          <p:cNvSpPr/>
          <p:nvPr/>
        </p:nvSpPr>
        <p:spPr>
          <a:xfrm>
            <a:off x="2794000" y="3263900"/>
            <a:ext cx="698500" cy="812800"/>
          </a:xfrm>
          <a:prstGeom prst="rect">
            <a:avLst/>
          </a:prstGeom>
          <a:solidFill>
            <a:srgbClr val="7C9AA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_024">
            <a:extLst>
              <a:ext uri="{FF2B5EF4-FFF2-40B4-BE49-F238E27FC236}">
                <a16:creationId xmlns:a16="http://schemas.microsoft.com/office/drawing/2014/main" id="{73BA9AA4-31CD-1CC1-3E1A-6AC438A61780}"/>
              </a:ext>
            </a:extLst>
          </p:cNvPr>
          <p:cNvSpPr txBox="1"/>
          <p:nvPr/>
        </p:nvSpPr>
        <p:spPr>
          <a:xfrm>
            <a:off x="2806700" y="35178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0.310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_025">
            <a:extLst>
              <a:ext uri="{FF2B5EF4-FFF2-40B4-BE49-F238E27FC236}">
                <a16:creationId xmlns:a16="http://schemas.microsoft.com/office/drawing/2014/main" id="{C5D2746C-B106-F2A6-622B-9EA6E9BD1107}"/>
              </a:ext>
            </a:extLst>
          </p:cNvPr>
          <p:cNvSpPr/>
          <p:nvPr/>
        </p:nvSpPr>
        <p:spPr>
          <a:xfrm>
            <a:off x="3556000" y="3263900"/>
            <a:ext cx="698500" cy="812800"/>
          </a:xfrm>
          <a:prstGeom prst="rect">
            <a:avLst/>
          </a:prstGeom>
          <a:solidFill>
            <a:srgbClr val="8CA7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_026">
            <a:extLst>
              <a:ext uri="{FF2B5EF4-FFF2-40B4-BE49-F238E27FC236}">
                <a16:creationId xmlns:a16="http://schemas.microsoft.com/office/drawing/2014/main" id="{B6978BA8-9448-FBCD-2F0C-9F1370639F58}"/>
              </a:ext>
            </a:extLst>
          </p:cNvPr>
          <p:cNvSpPr txBox="1"/>
          <p:nvPr/>
        </p:nvSpPr>
        <p:spPr>
          <a:xfrm>
            <a:off x="3568700" y="35178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0.243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8" name="rect_027">
            <a:extLst>
              <a:ext uri="{FF2B5EF4-FFF2-40B4-BE49-F238E27FC236}">
                <a16:creationId xmlns:a16="http://schemas.microsoft.com/office/drawing/2014/main" id="{6EB59049-A963-810F-0CC5-C034EDFF905B}"/>
              </a:ext>
            </a:extLst>
          </p:cNvPr>
          <p:cNvSpPr/>
          <p:nvPr/>
        </p:nvSpPr>
        <p:spPr>
          <a:xfrm>
            <a:off x="4318000" y="3263900"/>
            <a:ext cx="698500" cy="812800"/>
          </a:xfrm>
          <a:prstGeom prst="rect">
            <a:avLst/>
          </a:prstGeom>
          <a:solidFill>
            <a:srgbClr val="89A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text_028">
            <a:extLst>
              <a:ext uri="{FF2B5EF4-FFF2-40B4-BE49-F238E27FC236}">
                <a16:creationId xmlns:a16="http://schemas.microsoft.com/office/drawing/2014/main" id="{ABE3D2AA-16C6-073F-3D28-F22072AA7E99}"/>
              </a:ext>
            </a:extLst>
          </p:cNvPr>
          <p:cNvSpPr txBox="1"/>
          <p:nvPr/>
        </p:nvSpPr>
        <p:spPr>
          <a:xfrm>
            <a:off x="4330700" y="35178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0.255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0" name="rect_029">
            <a:extLst>
              <a:ext uri="{FF2B5EF4-FFF2-40B4-BE49-F238E27FC236}">
                <a16:creationId xmlns:a16="http://schemas.microsoft.com/office/drawing/2014/main" id="{443BC139-DA24-FDC8-3B22-54D9A58B5E81}"/>
              </a:ext>
            </a:extLst>
          </p:cNvPr>
          <p:cNvSpPr/>
          <p:nvPr/>
        </p:nvSpPr>
        <p:spPr>
          <a:xfrm>
            <a:off x="5080000" y="3263900"/>
            <a:ext cx="698500" cy="812800"/>
          </a:xfrm>
          <a:prstGeom prst="rect">
            <a:avLst/>
          </a:prstGeom>
          <a:solidFill>
            <a:srgbClr val="77969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text_030">
            <a:extLst>
              <a:ext uri="{FF2B5EF4-FFF2-40B4-BE49-F238E27FC236}">
                <a16:creationId xmlns:a16="http://schemas.microsoft.com/office/drawing/2014/main" id="{E7B28302-F207-C865-5B4E-3DC0376C98D5}"/>
              </a:ext>
            </a:extLst>
          </p:cNvPr>
          <p:cNvSpPr txBox="1"/>
          <p:nvPr/>
        </p:nvSpPr>
        <p:spPr>
          <a:xfrm>
            <a:off x="5092700" y="35178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0.331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2" name="rect_031">
            <a:extLst>
              <a:ext uri="{FF2B5EF4-FFF2-40B4-BE49-F238E27FC236}">
                <a16:creationId xmlns:a16="http://schemas.microsoft.com/office/drawing/2014/main" id="{1410A5EA-7700-E8B0-B891-C74FFF19A2C8}"/>
              </a:ext>
            </a:extLst>
          </p:cNvPr>
          <p:cNvSpPr/>
          <p:nvPr/>
        </p:nvSpPr>
        <p:spPr>
          <a:xfrm>
            <a:off x="5842000" y="3263900"/>
            <a:ext cx="698500" cy="812800"/>
          </a:xfrm>
          <a:prstGeom prst="rect">
            <a:avLst/>
          </a:prstGeom>
          <a:solidFill>
            <a:srgbClr val="7F9CA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_032">
            <a:extLst>
              <a:ext uri="{FF2B5EF4-FFF2-40B4-BE49-F238E27FC236}">
                <a16:creationId xmlns:a16="http://schemas.microsoft.com/office/drawing/2014/main" id="{497415D6-03D5-9667-4EA3-86E8C7E250A5}"/>
              </a:ext>
            </a:extLst>
          </p:cNvPr>
          <p:cNvSpPr txBox="1"/>
          <p:nvPr/>
        </p:nvSpPr>
        <p:spPr>
          <a:xfrm>
            <a:off x="5854700" y="35178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0.297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4" name="rect_033">
            <a:extLst>
              <a:ext uri="{FF2B5EF4-FFF2-40B4-BE49-F238E27FC236}">
                <a16:creationId xmlns:a16="http://schemas.microsoft.com/office/drawing/2014/main" id="{2DB273AE-7848-9669-BF5F-CBA4808B0146}"/>
              </a:ext>
            </a:extLst>
          </p:cNvPr>
          <p:cNvSpPr/>
          <p:nvPr/>
        </p:nvSpPr>
        <p:spPr>
          <a:xfrm>
            <a:off x="2032000" y="4305300"/>
            <a:ext cx="698500" cy="812800"/>
          </a:xfrm>
          <a:prstGeom prst="rect">
            <a:avLst/>
          </a:prstGeom>
          <a:solidFill>
            <a:srgbClr val="436C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_034">
            <a:extLst>
              <a:ext uri="{FF2B5EF4-FFF2-40B4-BE49-F238E27FC236}">
                <a16:creationId xmlns:a16="http://schemas.microsoft.com/office/drawing/2014/main" id="{D13AD92C-94D8-509E-252A-DE2DF5E81F39}"/>
              </a:ext>
            </a:extLst>
          </p:cNvPr>
          <p:cNvSpPr txBox="1"/>
          <p:nvPr/>
        </p:nvSpPr>
        <p:spPr>
          <a:xfrm>
            <a:off x="2044700" y="45592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0.599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" name="rect_035">
            <a:extLst>
              <a:ext uri="{FF2B5EF4-FFF2-40B4-BE49-F238E27FC236}">
                <a16:creationId xmlns:a16="http://schemas.microsoft.com/office/drawing/2014/main" id="{399BFF4D-9555-F2D2-6DE8-6F43B0268C74}"/>
              </a:ext>
            </a:extLst>
          </p:cNvPr>
          <p:cNvSpPr/>
          <p:nvPr/>
        </p:nvSpPr>
        <p:spPr>
          <a:xfrm>
            <a:off x="2794000" y="4305300"/>
            <a:ext cx="698500" cy="812800"/>
          </a:xfrm>
          <a:prstGeom prst="rect">
            <a:avLst/>
          </a:prstGeom>
          <a:solidFill>
            <a:srgbClr val="49717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_036">
            <a:extLst>
              <a:ext uri="{FF2B5EF4-FFF2-40B4-BE49-F238E27FC236}">
                <a16:creationId xmlns:a16="http://schemas.microsoft.com/office/drawing/2014/main" id="{9DDED9BB-6382-4B93-C6FA-BE7276DF43FD}"/>
              </a:ext>
            </a:extLst>
          </p:cNvPr>
          <p:cNvSpPr txBox="1"/>
          <p:nvPr/>
        </p:nvSpPr>
        <p:spPr>
          <a:xfrm>
            <a:off x="2806700" y="45592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0.565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" name="rect_037">
            <a:extLst>
              <a:ext uri="{FF2B5EF4-FFF2-40B4-BE49-F238E27FC236}">
                <a16:creationId xmlns:a16="http://schemas.microsoft.com/office/drawing/2014/main" id="{4AA8D85F-CB6E-B453-5EAB-5B1EE8AF1631}"/>
              </a:ext>
            </a:extLst>
          </p:cNvPr>
          <p:cNvSpPr/>
          <p:nvPr/>
        </p:nvSpPr>
        <p:spPr>
          <a:xfrm>
            <a:off x="3556000" y="4305300"/>
            <a:ext cx="698500" cy="812800"/>
          </a:xfrm>
          <a:prstGeom prst="rect">
            <a:avLst/>
          </a:prstGeom>
          <a:solidFill>
            <a:srgbClr val="4A72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xt_038">
            <a:extLst>
              <a:ext uri="{FF2B5EF4-FFF2-40B4-BE49-F238E27FC236}">
                <a16:creationId xmlns:a16="http://schemas.microsoft.com/office/drawing/2014/main" id="{D4966CB8-4033-C12E-C5E0-059F8EC04E62}"/>
              </a:ext>
            </a:extLst>
          </p:cNvPr>
          <p:cNvSpPr txBox="1"/>
          <p:nvPr/>
        </p:nvSpPr>
        <p:spPr>
          <a:xfrm>
            <a:off x="3568700" y="45592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0.555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0" name="rect_039">
            <a:extLst>
              <a:ext uri="{FF2B5EF4-FFF2-40B4-BE49-F238E27FC236}">
                <a16:creationId xmlns:a16="http://schemas.microsoft.com/office/drawing/2014/main" id="{AF5E190A-5B3C-B430-2068-9199D748238B}"/>
              </a:ext>
            </a:extLst>
          </p:cNvPr>
          <p:cNvSpPr/>
          <p:nvPr/>
        </p:nvSpPr>
        <p:spPr>
          <a:xfrm>
            <a:off x="4318000" y="4305300"/>
            <a:ext cx="698500" cy="812800"/>
          </a:xfrm>
          <a:prstGeom prst="rect">
            <a:avLst/>
          </a:prstGeom>
          <a:solidFill>
            <a:srgbClr val="4770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text_040">
            <a:extLst>
              <a:ext uri="{FF2B5EF4-FFF2-40B4-BE49-F238E27FC236}">
                <a16:creationId xmlns:a16="http://schemas.microsoft.com/office/drawing/2014/main" id="{765E3832-EEC5-2D3F-47CD-36F9C0A3905D}"/>
              </a:ext>
            </a:extLst>
          </p:cNvPr>
          <p:cNvSpPr txBox="1"/>
          <p:nvPr/>
        </p:nvSpPr>
        <p:spPr>
          <a:xfrm>
            <a:off x="4330700" y="45592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0.571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2" name="rect_041">
            <a:extLst>
              <a:ext uri="{FF2B5EF4-FFF2-40B4-BE49-F238E27FC236}">
                <a16:creationId xmlns:a16="http://schemas.microsoft.com/office/drawing/2014/main" id="{83EE7D93-D455-F6E4-E63B-190D8A7F9788}"/>
              </a:ext>
            </a:extLst>
          </p:cNvPr>
          <p:cNvSpPr/>
          <p:nvPr/>
        </p:nvSpPr>
        <p:spPr>
          <a:xfrm>
            <a:off x="5080000" y="4305300"/>
            <a:ext cx="698500" cy="812800"/>
          </a:xfrm>
          <a:prstGeom prst="rect">
            <a:avLst/>
          </a:prstGeom>
          <a:solidFill>
            <a:srgbClr val="416B7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text_042">
            <a:extLst>
              <a:ext uri="{FF2B5EF4-FFF2-40B4-BE49-F238E27FC236}">
                <a16:creationId xmlns:a16="http://schemas.microsoft.com/office/drawing/2014/main" id="{53364895-4CFA-EAA7-70B6-C53C496DBC0F}"/>
              </a:ext>
            </a:extLst>
          </p:cNvPr>
          <p:cNvSpPr txBox="1"/>
          <p:nvPr/>
        </p:nvSpPr>
        <p:spPr>
          <a:xfrm>
            <a:off x="5092700" y="45592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0.610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4" name="rect_043">
            <a:extLst>
              <a:ext uri="{FF2B5EF4-FFF2-40B4-BE49-F238E27FC236}">
                <a16:creationId xmlns:a16="http://schemas.microsoft.com/office/drawing/2014/main" id="{D2CF1530-3945-4E08-AEF1-842970FACC6E}"/>
              </a:ext>
            </a:extLst>
          </p:cNvPr>
          <p:cNvSpPr/>
          <p:nvPr/>
        </p:nvSpPr>
        <p:spPr>
          <a:xfrm>
            <a:off x="5842000" y="4305300"/>
            <a:ext cx="698500" cy="812800"/>
          </a:xfrm>
          <a:prstGeom prst="rect">
            <a:avLst/>
          </a:prstGeom>
          <a:solidFill>
            <a:srgbClr val="48717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text_044">
            <a:extLst>
              <a:ext uri="{FF2B5EF4-FFF2-40B4-BE49-F238E27FC236}">
                <a16:creationId xmlns:a16="http://schemas.microsoft.com/office/drawing/2014/main" id="{2C3EB426-C775-6D4C-D0D5-2793D381F283}"/>
              </a:ext>
            </a:extLst>
          </p:cNvPr>
          <p:cNvSpPr txBox="1"/>
          <p:nvPr/>
        </p:nvSpPr>
        <p:spPr>
          <a:xfrm>
            <a:off x="5854700" y="45592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0.566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6" name="rect_045">
            <a:extLst>
              <a:ext uri="{FF2B5EF4-FFF2-40B4-BE49-F238E27FC236}">
                <a16:creationId xmlns:a16="http://schemas.microsoft.com/office/drawing/2014/main" id="{226BABD2-2E12-337D-4779-EA55288F99CD}"/>
              </a:ext>
            </a:extLst>
          </p:cNvPr>
          <p:cNvSpPr/>
          <p:nvPr/>
        </p:nvSpPr>
        <p:spPr>
          <a:xfrm>
            <a:off x="2032000" y="5346700"/>
            <a:ext cx="698500" cy="812800"/>
          </a:xfrm>
          <a:prstGeom prst="rect">
            <a:avLst/>
          </a:prstGeom>
          <a:noFill/>
          <a:ln w="6350" cap="flat" cmpd="sng" algn="ctr">
            <a:solidFill>
              <a:srgbClr val="B6ACBE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rect_046">
            <a:extLst>
              <a:ext uri="{FF2B5EF4-FFF2-40B4-BE49-F238E27FC236}">
                <a16:creationId xmlns:a16="http://schemas.microsoft.com/office/drawing/2014/main" id="{06DC61BC-A83F-03B0-1E8A-93DEBF0336EC}"/>
              </a:ext>
            </a:extLst>
          </p:cNvPr>
          <p:cNvSpPr/>
          <p:nvPr/>
        </p:nvSpPr>
        <p:spPr>
          <a:xfrm>
            <a:off x="2794000" y="5346700"/>
            <a:ext cx="698500" cy="812800"/>
          </a:xfrm>
          <a:prstGeom prst="rect">
            <a:avLst/>
          </a:prstGeom>
          <a:noFill/>
          <a:ln w="6350" cap="flat" cmpd="sng" algn="ctr">
            <a:solidFill>
              <a:srgbClr val="B6ACBE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rect_047">
            <a:extLst>
              <a:ext uri="{FF2B5EF4-FFF2-40B4-BE49-F238E27FC236}">
                <a16:creationId xmlns:a16="http://schemas.microsoft.com/office/drawing/2014/main" id="{E2836B49-3F6E-AE88-72C9-9EF762C3DE3D}"/>
              </a:ext>
            </a:extLst>
          </p:cNvPr>
          <p:cNvSpPr/>
          <p:nvPr/>
        </p:nvSpPr>
        <p:spPr>
          <a:xfrm>
            <a:off x="3556000" y="5346700"/>
            <a:ext cx="698500" cy="812800"/>
          </a:xfrm>
          <a:prstGeom prst="rect">
            <a:avLst/>
          </a:prstGeom>
          <a:noFill/>
          <a:ln w="6350" cap="flat" cmpd="sng" algn="ctr">
            <a:solidFill>
              <a:srgbClr val="B6ACBE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rect_048">
            <a:extLst>
              <a:ext uri="{FF2B5EF4-FFF2-40B4-BE49-F238E27FC236}">
                <a16:creationId xmlns:a16="http://schemas.microsoft.com/office/drawing/2014/main" id="{3867A494-FD25-FEAF-8835-48853278D1B0}"/>
              </a:ext>
            </a:extLst>
          </p:cNvPr>
          <p:cNvSpPr/>
          <p:nvPr/>
        </p:nvSpPr>
        <p:spPr>
          <a:xfrm>
            <a:off x="4318000" y="5346700"/>
            <a:ext cx="698500" cy="812800"/>
          </a:xfrm>
          <a:prstGeom prst="rect">
            <a:avLst/>
          </a:prstGeom>
          <a:noFill/>
          <a:ln w="6350" cap="flat" cmpd="sng" algn="ctr">
            <a:solidFill>
              <a:srgbClr val="B6ACBE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rect_049">
            <a:extLst>
              <a:ext uri="{FF2B5EF4-FFF2-40B4-BE49-F238E27FC236}">
                <a16:creationId xmlns:a16="http://schemas.microsoft.com/office/drawing/2014/main" id="{A0F3D5CE-A9C0-89D9-1096-F5C44FC83C9E}"/>
              </a:ext>
            </a:extLst>
          </p:cNvPr>
          <p:cNvSpPr/>
          <p:nvPr/>
        </p:nvSpPr>
        <p:spPr>
          <a:xfrm>
            <a:off x="5080000" y="5346700"/>
            <a:ext cx="698500" cy="812800"/>
          </a:xfrm>
          <a:prstGeom prst="rect">
            <a:avLst/>
          </a:prstGeom>
          <a:noFill/>
          <a:ln w="6350" cap="flat" cmpd="sng" algn="ctr">
            <a:solidFill>
              <a:srgbClr val="B6ACBE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rect_050">
            <a:extLst>
              <a:ext uri="{FF2B5EF4-FFF2-40B4-BE49-F238E27FC236}">
                <a16:creationId xmlns:a16="http://schemas.microsoft.com/office/drawing/2014/main" id="{CBE1943E-FB7A-8DA1-BA5A-0C843DB6D615}"/>
              </a:ext>
            </a:extLst>
          </p:cNvPr>
          <p:cNvSpPr/>
          <p:nvPr/>
        </p:nvSpPr>
        <p:spPr>
          <a:xfrm>
            <a:off x="5842000" y="5346700"/>
            <a:ext cx="698500" cy="812800"/>
          </a:xfrm>
          <a:prstGeom prst="rect">
            <a:avLst/>
          </a:prstGeom>
          <a:noFill/>
          <a:ln w="6350" cap="flat" cmpd="sng" algn="ctr">
            <a:solidFill>
              <a:srgbClr val="B6ACBE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text_051">
            <a:extLst>
              <a:ext uri="{FF2B5EF4-FFF2-40B4-BE49-F238E27FC236}">
                <a16:creationId xmlns:a16="http://schemas.microsoft.com/office/drawing/2014/main" id="{5FA908AE-A106-56B7-2F9B-9E0F16DE9A78}"/>
              </a:ext>
            </a:extLst>
          </p:cNvPr>
          <p:cNvSpPr txBox="1"/>
          <p:nvPr/>
        </p:nvSpPr>
        <p:spPr>
          <a:xfrm>
            <a:off x="7061200" y="1054099"/>
            <a:ext cx="45974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00">
                <a:solidFill>
                  <a:srgbClr val="202020"/>
                </a:solidFill>
                <a:latin typeface="Times New Roman" panose="02020603050405020304" pitchFamily="18" charset="0"/>
              </a:rPr>
              <a:t>(b)  mAP50</a:t>
            </a:r>
            <a:endParaRPr lang="zh-CN" altLang="en-US" sz="1700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" name="text_052">
            <a:extLst>
              <a:ext uri="{FF2B5EF4-FFF2-40B4-BE49-F238E27FC236}">
                <a16:creationId xmlns:a16="http://schemas.microsoft.com/office/drawing/2014/main" id="{7249EEB9-DAAA-AF99-4112-225397DA08AC}"/>
              </a:ext>
            </a:extLst>
          </p:cNvPr>
          <p:cNvSpPr txBox="1"/>
          <p:nvPr/>
        </p:nvSpPr>
        <p:spPr>
          <a:xfrm>
            <a:off x="7061200" y="1701799"/>
            <a:ext cx="6985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v8s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54" name="text_053">
            <a:extLst>
              <a:ext uri="{FF2B5EF4-FFF2-40B4-BE49-F238E27FC236}">
                <a16:creationId xmlns:a16="http://schemas.microsoft.com/office/drawing/2014/main" id="{7D30FEDC-D311-11B9-86A9-25B28DBA506D}"/>
              </a:ext>
            </a:extLst>
          </p:cNvPr>
          <p:cNvSpPr txBox="1"/>
          <p:nvPr/>
        </p:nvSpPr>
        <p:spPr>
          <a:xfrm>
            <a:off x="7823200" y="1701799"/>
            <a:ext cx="6985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v8m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55" name="text_054">
            <a:extLst>
              <a:ext uri="{FF2B5EF4-FFF2-40B4-BE49-F238E27FC236}">
                <a16:creationId xmlns:a16="http://schemas.microsoft.com/office/drawing/2014/main" id="{EC0CD566-C0B7-82E5-C552-B4A529D8686E}"/>
              </a:ext>
            </a:extLst>
          </p:cNvPr>
          <p:cNvSpPr txBox="1"/>
          <p:nvPr/>
        </p:nvSpPr>
        <p:spPr>
          <a:xfrm>
            <a:off x="8585200" y="1701799"/>
            <a:ext cx="6985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11s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56" name="text_055">
            <a:extLst>
              <a:ext uri="{FF2B5EF4-FFF2-40B4-BE49-F238E27FC236}">
                <a16:creationId xmlns:a16="http://schemas.microsoft.com/office/drawing/2014/main" id="{DA4181FC-E525-5766-7B48-80C09D97CD9C}"/>
              </a:ext>
            </a:extLst>
          </p:cNvPr>
          <p:cNvSpPr txBox="1"/>
          <p:nvPr/>
        </p:nvSpPr>
        <p:spPr>
          <a:xfrm>
            <a:off x="9347200" y="1701799"/>
            <a:ext cx="6985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11m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57" name="text_056">
            <a:extLst>
              <a:ext uri="{FF2B5EF4-FFF2-40B4-BE49-F238E27FC236}">
                <a16:creationId xmlns:a16="http://schemas.microsoft.com/office/drawing/2014/main" id="{287F7892-3679-3C46-9BF0-36471913EF62}"/>
              </a:ext>
            </a:extLst>
          </p:cNvPr>
          <p:cNvSpPr txBox="1"/>
          <p:nvPr/>
        </p:nvSpPr>
        <p:spPr>
          <a:xfrm>
            <a:off x="10109200" y="1701799"/>
            <a:ext cx="6985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26s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58" name="text_057">
            <a:extLst>
              <a:ext uri="{FF2B5EF4-FFF2-40B4-BE49-F238E27FC236}">
                <a16:creationId xmlns:a16="http://schemas.microsoft.com/office/drawing/2014/main" id="{8C65C626-548E-1634-03D3-82DD1A34FC27}"/>
              </a:ext>
            </a:extLst>
          </p:cNvPr>
          <p:cNvSpPr txBox="1"/>
          <p:nvPr/>
        </p:nvSpPr>
        <p:spPr>
          <a:xfrm>
            <a:off x="10871200" y="1701799"/>
            <a:ext cx="6985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26m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59" name="rect_058">
            <a:extLst>
              <a:ext uri="{FF2B5EF4-FFF2-40B4-BE49-F238E27FC236}">
                <a16:creationId xmlns:a16="http://schemas.microsoft.com/office/drawing/2014/main" id="{B3571EF8-122E-78E1-E406-535687012EF4}"/>
              </a:ext>
            </a:extLst>
          </p:cNvPr>
          <p:cNvSpPr/>
          <p:nvPr/>
        </p:nvSpPr>
        <p:spPr>
          <a:xfrm>
            <a:off x="7061200" y="2222500"/>
            <a:ext cx="698500" cy="812800"/>
          </a:xfrm>
          <a:prstGeom prst="rect">
            <a:avLst/>
          </a:prstGeom>
          <a:solidFill>
            <a:srgbClr val="5077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text_059">
            <a:extLst>
              <a:ext uri="{FF2B5EF4-FFF2-40B4-BE49-F238E27FC236}">
                <a16:creationId xmlns:a16="http://schemas.microsoft.com/office/drawing/2014/main" id="{5FCCC536-4212-932C-D051-D8B6304A1FAA}"/>
              </a:ext>
            </a:extLst>
          </p:cNvPr>
          <p:cNvSpPr txBox="1"/>
          <p:nvPr/>
        </p:nvSpPr>
        <p:spPr>
          <a:xfrm>
            <a:off x="7073900" y="24764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0.526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" name="rect_060">
            <a:extLst>
              <a:ext uri="{FF2B5EF4-FFF2-40B4-BE49-F238E27FC236}">
                <a16:creationId xmlns:a16="http://schemas.microsoft.com/office/drawing/2014/main" id="{FB1C4BB6-0517-C827-8496-48AE2FCF1873}"/>
              </a:ext>
            </a:extLst>
          </p:cNvPr>
          <p:cNvSpPr/>
          <p:nvPr/>
        </p:nvSpPr>
        <p:spPr>
          <a:xfrm>
            <a:off x="7823200" y="2222500"/>
            <a:ext cx="698500" cy="812800"/>
          </a:xfrm>
          <a:prstGeom prst="rect">
            <a:avLst/>
          </a:prstGeom>
          <a:solidFill>
            <a:srgbClr val="7090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text_061">
            <a:extLst>
              <a:ext uri="{FF2B5EF4-FFF2-40B4-BE49-F238E27FC236}">
                <a16:creationId xmlns:a16="http://schemas.microsoft.com/office/drawing/2014/main" id="{D850A037-C3C4-D256-85AD-4F4EA9C27F0E}"/>
              </a:ext>
            </a:extLst>
          </p:cNvPr>
          <p:cNvSpPr txBox="1"/>
          <p:nvPr/>
        </p:nvSpPr>
        <p:spPr>
          <a:xfrm>
            <a:off x="7835900" y="24764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0.367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3" name="rect_062">
            <a:extLst>
              <a:ext uri="{FF2B5EF4-FFF2-40B4-BE49-F238E27FC236}">
                <a16:creationId xmlns:a16="http://schemas.microsoft.com/office/drawing/2014/main" id="{D70CFC93-16B5-E221-8F54-AFB8EA93A22E}"/>
              </a:ext>
            </a:extLst>
          </p:cNvPr>
          <p:cNvSpPr/>
          <p:nvPr/>
        </p:nvSpPr>
        <p:spPr>
          <a:xfrm>
            <a:off x="8585200" y="2222500"/>
            <a:ext cx="698500" cy="812800"/>
          </a:xfrm>
          <a:prstGeom prst="rect">
            <a:avLst/>
          </a:prstGeom>
          <a:solidFill>
            <a:srgbClr val="5278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text_063">
            <a:extLst>
              <a:ext uri="{FF2B5EF4-FFF2-40B4-BE49-F238E27FC236}">
                <a16:creationId xmlns:a16="http://schemas.microsoft.com/office/drawing/2014/main" id="{97D7510D-0C34-3A91-6862-0C86D106AB75}"/>
              </a:ext>
            </a:extLst>
          </p:cNvPr>
          <p:cNvSpPr txBox="1"/>
          <p:nvPr/>
        </p:nvSpPr>
        <p:spPr>
          <a:xfrm>
            <a:off x="8597900" y="24764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0.516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5" name="rect_064">
            <a:extLst>
              <a:ext uri="{FF2B5EF4-FFF2-40B4-BE49-F238E27FC236}">
                <a16:creationId xmlns:a16="http://schemas.microsoft.com/office/drawing/2014/main" id="{787F14D5-79B1-1DDC-CB53-522461D1AA90}"/>
              </a:ext>
            </a:extLst>
          </p:cNvPr>
          <p:cNvSpPr/>
          <p:nvPr/>
        </p:nvSpPr>
        <p:spPr>
          <a:xfrm>
            <a:off x="9347200" y="2222500"/>
            <a:ext cx="698500" cy="812800"/>
          </a:xfrm>
          <a:prstGeom prst="rect">
            <a:avLst/>
          </a:prstGeom>
          <a:solidFill>
            <a:srgbClr val="91AA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text_065">
            <a:extLst>
              <a:ext uri="{FF2B5EF4-FFF2-40B4-BE49-F238E27FC236}">
                <a16:creationId xmlns:a16="http://schemas.microsoft.com/office/drawing/2014/main" id="{90C75F55-A36D-E8ED-49A8-BBCB1E819CA7}"/>
              </a:ext>
            </a:extLst>
          </p:cNvPr>
          <p:cNvSpPr txBox="1"/>
          <p:nvPr/>
        </p:nvSpPr>
        <p:spPr>
          <a:xfrm>
            <a:off x="9359900" y="24764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0.226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7" name="rect_066">
            <a:extLst>
              <a:ext uri="{FF2B5EF4-FFF2-40B4-BE49-F238E27FC236}">
                <a16:creationId xmlns:a16="http://schemas.microsoft.com/office/drawing/2014/main" id="{9A6950D4-747F-E189-34D1-E92E916E081C}"/>
              </a:ext>
            </a:extLst>
          </p:cNvPr>
          <p:cNvSpPr/>
          <p:nvPr/>
        </p:nvSpPr>
        <p:spPr>
          <a:xfrm>
            <a:off x="10109200" y="2222500"/>
            <a:ext cx="698500" cy="812800"/>
          </a:xfrm>
          <a:prstGeom prst="rect">
            <a:avLst/>
          </a:prstGeom>
          <a:solidFill>
            <a:srgbClr val="3F697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text_067">
            <a:extLst>
              <a:ext uri="{FF2B5EF4-FFF2-40B4-BE49-F238E27FC236}">
                <a16:creationId xmlns:a16="http://schemas.microsoft.com/office/drawing/2014/main" id="{F7A3E551-4A6D-FF50-1BB8-D5D3DADD2355}"/>
              </a:ext>
            </a:extLst>
          </p:cNvPr>
          <p:cNvSpPr txBox="1"/>
          <p:nvPr/>
        </p:nvSpPr>
        <p:spPr>
          <a:xfrm>
            <a:off x="10121900" y="24764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0.621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9" name="rect_068">
            <a:extLst>
              <a:ext uri="{FF2B5EF4-FFF2-40B4-BE49-F238E27FC236}">
                <a16:creationId xmlns:a16="http://schemas.microsoft.com/office/drawing/2014/main" id="{FEF1A4CC-3387-AF91-A41F-2C0475D11F71}"/>
              </a:ext>
            </a:extLst>
          </p:cNvPr>
          <p:cNvSpPr/>
          <p:nvPr/>
        </p:nvSpPr>
        <p:spPr>
          <a:xfrm>
            <a:off x="10871200" y="2222500"/>
            <a:ext cx="698500" cy="812800"/>
          </a:xfrm>
          <a:prstGeom prst="rect">
            <a:avLst/>
          </a:prstGeom>
          <a:solidFill>
            <a:srgbClr val="587D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text_069">
            <a:extLst>
              <a:ext uri="{FF2B5EF4-FFF2-40B4-BE49-F238E27FC236}">
                <a16:creationId xmlns:a16="http://schemas.microsoft.com/office/drawing/2014/main" id="{4446ABC2-EF86-64FA-B7EE-AE489891B47E}"/>
              </a:ext>
            </a:extLst>
          </p:cNvPr>
          <p:cNvSpPr txBox="1"/>
          <p:nvPr/>
        </p:nvSpPr>
        <p:spPr>
          <a:xfrm>
            <a:off x="10883900" y="24764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0.482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" name="rect_070">
            <a:extLst>
              <a:ext uri="{FF2B5EF4-FFF2-40B4-BE49-F238E27FC236}">
                <a16:creationId xmlns:a16="http://schemas.microsoft.com/office/drawing/2014/main" id="{2FB87044-248D-DD5B-8029-E664FA7F7F87}"/>
              </a:ext>
            </a:extLst>
          </p:cNvPr>
          <p:cNvSpPr/>
          <p:nvPr/>
        </p:nvSpPr>
        <p:spPr>
          <a:xfrm>
            <a:off x="7061200" y="3263900"/>
            <a:ext cx="698500" cy="812800"/>
          </a:xfrm>
          <a:prstGeom prst="rect">
            <a:avLst/>
          </a:prstGeom>
          <a:solidFill>
            <a:srgbClr val="557B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text_071">
            <a:extLst>
              <a:ext uri="{FF2B5EF4-FFF2-40B4-BE49-F238E27FC236}">
                <a16:creationId xmlns:a16="http://schemas.microsoft.com/office/drawing/2014/main" id="{ED0DF0A7-6273-7B0B-9905-B3C8C6F3E121}"/>
              </a:ext>
            </a:extLst>
          </p:cNvPr>
          <p:cNvSpPr txBox="1"/>
          <p:nvPr/>
        </p:nvSpPr>
        <p:spPr>
          <a:xfrm>
            <a:off x="7073900" y="35178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0.499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3" name="rect_072">
            <a:extLst>
              <a:ext uri="{FF2B5EF4-FFF2-40B4-BE49-F238E27FC236}">
                <a16:creationId xmlns:a16="http://schemas.microsoft.com/office/drawing/2014/main" id="{FFD7CC67-C53C-92CC-F854-41F4D7D340C0}"/>
              </a:ext>
            </a:extLst>
          </p:cNvPr>
          <p:cNvSpPr/>
          <p:nvPr/>
        </p:nvSpPr>
        <p:spPr>
          <a:xfrm>
            <a:off x="7823200" y="3263900"/>
            <a:ext cx="698500" cy="812800"/>
          </a:xfrm>
          <a:prstGeom prst="rect">
            <a:avLst/>
          </a:prstGeom>
          <a:solidFill>
            <a:srgbClr val="3B667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text_073">
            <a:extLst>
              <a:ext uri="{FF2B5EF4-FFF2-40B4-BE49-F238E27FC236}">
                <a16:creationId xmlns:a16="http://schemas.microsoft.com/office/drawing/2014/main" id="{55348D82-607E-4CD1-B6D8-6CA544A8B5C4}"/>
              </a:ext>
            </a:extLst>
          </p:cNvPr>
          <p:cNvSpPr txBox="1"/>
          <p:nvPr/>
        </p:nvSpPr>
        <p:spPr>
          <a:xfrm>
            <a:off x="7835900" y="35178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0.644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5" name="rect_074">
            <a:extLst>
              <a:ext uri="{FF2B5EF4-FFF2-40B4-BE49-F238E27FC236}">
                <a16:creationId xmlns:a16="http://schemas.microsoft.com/office/drawing/2014/main" id="{DF00DA59-A12E-E358-1E9F-66752EDB801E}"/>
              </a:ext>
            </a:extLst>
          </p:cNvPr>
          <p:cNvSpPr/>
          <p:nvPr/>
        </p:nvSpPr>
        <p:spPr>
          <a:xfrm>
            <a:off x="8585200" y="3263900"/>
            <a:ext cx="698500" cy="812800"/>
          </a:xfrm>
          <a:prstGeom prst="rect">
            <a:avLst/>
          </a:prstGeom>
          <a:solidFill>
            <a:srgbClr val="557B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text_075">
            <a:extLst>
              <a:ext uri="{FF2B5EF4-FFF2-40B4-BE49-F238E27FC236}">
                <a16:creationId xmlns:a16="http://schemas.microsoft.com/office/drawing/2014/main" id="{96C4B181-FFDB-9C3B-6731-596F05E16AD6}"/>
              </a:ext>
            </a:extLst>
          </p:cNvPr>
          <p:cNvSpPr txBox="1"/>
          <p:nvPr/>
        </p:nvSpPr>
        <p:spPr>
          <a:xfrm>
            <a:off x="8597900" y="35178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0.496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7" name="rect_076">
            <a:extLst>
              <a:ext uri="{FF2B5EF4-FFF2-40B4-BE49-F238E27FC236}">
                <a16:creationId xmlns:a16="http://schemas.microsoft.com/office/drawing/2014/main" id="{3BBB8051-934B-8763-EBF4-5C231F1A2E0E}"/>
              </a:ext>
            </a:extLst>
          </p:cNvPr>
          <p:cNvSpPr/>
          <p:nvPr/>
        </p:nvSpPr>
        <p:spPr>
          <a:xfrm>
            <a:off x="9347200" y="3263900"/>
            <a:ext cx="698500" cy="812800"/>
          </a:xfrm>
          <a:prstGeom prst="rect">
            <a:avLst/>
          </a:prstGeom>
          <a:solidFill>
            <a:srgbClr val="4972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text_077">
            <a:extLst>
              <a:ext uri="{FF2B5EF4-FFF2-40B4-BE49-F238E27FC236}">
                <a16:creationId xmlns:a16="http://schemas.microsoft.com/office/drawing/2014/main" id="{A5CAAB46-9432-7448-E815-37EA841896E2}"/>
              </a:ext>
            </a:extLst>
          </p:cNvPr>
          <p:cNvSpPr txBox="1"/>
          <p:nvPr/>
        </p:nvSpPr>
        <p:spPr>
          <a:xfrm>
            <a:off x="9359900" y="35178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0.560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9" name="rect_078">
            <a:extLst>
              <a:ext uri="{FF2B5EF4-FFF2-40B4-BE49-F238E27FC236}">
                <a16:creationId xmlns:a16="http://schemas.microsoft.com/office/drawing/2014/main" id="{184FC187-7958-6EB4-EF85-C71B53199264}"/>
              </a:ext>
            </a:extLst>
          </p:cNvPr>
          <p:cNvSpPr/>
          <p:nvPr/>
        </p:nvSpPr>
        <p:spPr>
          <a:xfrm>
            <a:off x="10109200" y="3263900"/>
            <a:ext cx="698500" cy="812800"/>
          </a:xfrm>
          <a:prstGeom prst="rect">
            <a:avLst/>
          </a:prstGeom>
          <a:solidFill>
            <a:srgbClr val="3C67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text_079">
            <a:extLst>
              <a:ext uri="{FF2B5EF4-FFF2-40B4-BE49-F238E27FC236}">
                <a16:creationId xmlns:a16="http://schemas.microsoft.com/office/drawing/2014/main" id="{D0DCCD96-4D16-A475-F3E9-EDB2BB98728C}"/>
              </a:ext>
            </a:extLst>
          </p:cNvPr>
          <p:cNvSpPr txBox="1"/>
          <p:nvPr/>
        </p:nvSpPr>
        <p:spPr>
          <a:xfrm>
            <a:off x="10121900" y="35178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0.636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1" name="rect_080">
            <a:extLst>
              <a:ext uri="{FF2B5EF4-FFF2-40B4-BE49-F238E27FC236}">
                <a16:creationId xmlns:a16="http://schemas.microsoft.com/office/drawing/2014/main" id="{6E9F982D-BED9-AFCF-3E0E-D7B22DF6A0C9}"/>
              </a:ext>
            </a:extLst>
          </p:cNvPr>
          <p:cNvSpPr/>
          <p:nvPr/>
        </p:nvSpPr>
        <p:spPr>
          <a:xfrm>
            <a:off x="10871200" y="3263900"/>
            <a:ext cx="698500" cy="812800"/>
          </a:xfrm>
          <a:prstGeom prst="rect">
            <a:avLst/>
          </a:prstGeom>
          <a:solidFill>
            <a:srgbClr val="3C67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text_081">
            <a:extLst>
              <a:ext uri="{FF2B5EF4-FFF2-40B4-BE49-F238E27FC236}">
                <a16:creationId xmlns:a16="http://schemas.microsoft.com/office/drawing/2014/main" id="{17774506-6140-CA1E-61C0-5FB0EE902183}"/>
              </a:ext>
            </a:extLst>
          </p:cNvPr>
          <p:cNvSpPr txBox="1"/>
          <p:nvPr/>
        </p:nvSpPr>
        <p:spPr>
          <a:xfrm>
            <a:off x="10883900" y="35178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0.638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3" name="rect_082">
            <a:extLst>
              <a:ext uri="{FF2B5EF4-FFF2-40B4-BE49-F238E27FC236}">
                <a16:creationId xmlns:a16="http://schemas.microsoft.com/office/drawing/2014/main" id="{48091BA5-6502-5AF7-9540-D714885AAB2D}"/>
              </a:ext>
            </a:extLst>
          </p:cNvPr>
          <p:cNvSpPr/>
          <p:nvPr/>
        </p:nvSpPr>
        <p:spPr>
          <a:xfrm>
            <a:off x="7061200" y="4305300"/>
            <a:ext cx="698500" cy="812800"/>
          </a:xfrm>
          <a:prstGeom prst="rect">
            <a:avLst/>
          </a:prstGeom>
          <a:solidFill>
            <a:srgbClr val="2656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text_083">
            <a:extLst>
              <a:ext uri="{FF2B5EF4-FFF2-40B4-BE49-F238E27FC236}">
                <a16:creationId xmlns:a16="http://schemas.microsoft.com/office/drawing/2014/main" id="{33CDF226-AB42-D4E5-E76E-32B2304C39DF}"/>
              </a:ext>
            </a:extLst>
          </p:cNvPr>
          <p:cNvSpPr txBox="1"/>
          <p:nvPr/>
        </p:nvSpPr>
        <p:spPr>
          <a:xfrm>
            <a:off x="7073900" y="45592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0.767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5" name="rect_084">
            <a:extLst>
              <a:ext uri="{FF2B5EF4-FFF2-40B4-BE49-F238E27FC236}">
                <a16:creationId xmlns:a16="http://schemas.microsoft.com/office/drawing/2014/main" id="{24FE0408-DA90-68CE-2F40-44A836D1E5AA}"/>
              </a:ext>
            </a:extLst>
          </p:cNvPr>
          <p:cNvSpPr/>
          <p:nvPr/>
        </p:nvSpPr>
        <p:spPr>
          <a:xfrm>
            <a:off x="7823200" y="4305300"/>
            <a:ext cx="698500" cy="812800"/>
          </a:xfrm>
          <a:prstGeom prst="rect">
            <a:avLst/>
          </a:prstGeom>
          <a:solidFill>
            <a:srgbClr val="28586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text_085">
            <a:extLst>
              <a:ext uri="{FF2B5EF4-FFF2-40B4-BE49-F238E27FC236}">
                <a16:creationId xmlns:a16="http://schemas.microsoft.com/office/drawing/2014/main" id="{1391AF4E-C106-5271-CE86-270EAF482F08}"/>
              </a:ext>
            </a:extLst>
          </p:cNvPr>
          <p:cNvSpPr txBox="1"/>
          <p:nvPr/>
        </p:nvSpPr>
        <p:spPr>
          <a:xfrm>
            <a:off x="7835900" y="45592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0.755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7" name="rect_086">
            <a:extLst>
              <a:ext uri="{FF2B5EF4-FFF2-40B4-BE49-F238E27FC236}">
                <a16:creationId xmlns:a16="http://schemas.microsoft.com/office/drawing/2014/main" id="{193E6482-E3AA-1187-66F3-67BFE5951025}"/>
              </a:ext>
            </a:extLst>
          </p:cNvPr>
          <p:cNvSpPr/>
          <p:nvPr/>
        </p:nvSpPr>
        <p:spPr>
          <a:xfrm>
            <a:off x="8585200" y="4305300"/>
            <a:ext cx="698500" cy="812800"/>
          </a:xfrm>
          <a:prstGeom prst="rect">
            <a:avLst/>
          </a:prstGeom>
          <a:solidFill>
            <a:srgbClr val="2F5D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text_087">
            <a:extLst>
              <a:ext uri="{FF2B5EF4-FFF2-40B4-BE49-F238E27FC236}">
                <a16:creationId xmlns:a16="http://schemas.microsoft.com/office/drawing/2014/main" id="{02B079A7-1452-C466-A93B-BCB070B8F0B2}"/>
              </a:ext>
            </a:extLst>
          </p:cNvPr>
          <p:cNvSpPr txBox="1"/>
          <p:nvPr/>
        </p:nvSpPr>
        <p:spPr>
          <a:xfrm>
            <a:off x="8597900" y="45592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0.714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9" name="rect_088">
            <a:extLst>
              <a:ext uri="{FF2B5EF4-FFF2-40B4-BE49-F238E27FC236}">
                <a16:creationId xmlns:a16="http://schemas.microsoft.com/office/drawing/2014/main" id="{9829D799-F5DB-50AC-C066-FAAFE43926B3}"/>
              </a:ext>
            </a:extLst>
          </p:cNvPr>
          <p:cNvSpPr/>
          <p:nvPr/>
        </p:nvSpPr>
        <p:spPr>
          <a:xfrm>
            <a:off x="9347200" y="4305300"/>
            <a:ext cx="698500" cy="812800"/>
          </a:xfrm>
          <a:prstGeom prst="rect">
            <a:avLst/>
          </a:prstGeom>
          <a:solidFill>
            <a:srgbClr val="2656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text_089">
            <a:extLst>
              <a:ext uri="{FF2B5EF4-FFF2-40B4-BE49-F238E27FC236}">
                <a16:creationId xmlns:a16="http://schemas.microsoft.com/office/drawing/2014/main" id="{281544DB-309E-ABEC-E0B3-05B058B0F3CC}"/>
              </a:ext>
            </a:extLst>
          </p:cNvPr>
          <p:cNvSpPr txBox="1"/>
          <p:nvPr/>
        </p:nvSpPr>
        <p:spPr>
          <a:xfrm>
            <a:off x="9359900" y="45592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0.770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1" name="rect_090">
            <a:extLst>
              <a:ext uri="{FF2B5EF4-FFF2-40B4-BE49-F238E27FC236}">
                <a16:creationId xmlns:a16="http://schemas.microsoft.com/office/drawing/2014/main" id="{F689D718-6BC2-E113-C10B-9B04AE62ADE8}"/>
              </a:ext>
            </a:extLst>
          </p:cNvPr>
          <p:cNvSpPr/>
          <p:nvPr/>
        </p:nvSpPr>
        <p:spPr>
          <a:xfrm>
            <a:off x="10109200" y="4305300"/>
            <a:ext cx="698500" cy="812800"/>
          </a:xfrm>
          <a:prstGeom prst="rect">
            <a:avLst/>
          </a:prstGeom>
          <a:solidFill>
            <a:srgbClr val="2051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text_091">
            <a:extLst>
              <a:ext uri="{FF2B5EF4-FFF2-40B4-BE49-F238E27FC236}">
                <a16:creationId xmlns:a16="http://schemas.microsoft.com/office/drawing/2014/main" id="{04F5A030-0F61-3FB9-285E-3A7A6A0CE468}"/>
              </a:ext>
            </a:extLst>
          </p:cNvPr>
          <p:cNvSpPr txBox="1"/>
          <p:nvPr/>
        </p:nvSpPr>
        <p:spPr>
          <a:xfrm>
            <a:off x="10121900" y="45592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0.810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3" name="rect_092">
            <a:extLst>
              <a:ext uri="{FF2B5EF4-FFF2-40B4-BE49-F238E27FC236}">
                <a16:creationId xmlns:a16="http://schemas.microsoft.com/office/drawing/2014/main" id="{0A24429E-3159-ACC0-2EA4-5C9552C5402C}"/>
              </a:ext>
            </a:extLst>
          </p:cNvPr>
          <p:cNvSpPr/>
          <p:nvPr/>
        </p:nvSpPr>
        <p:spPr>
          <a:xfrm>
            <a:off x="10871200" y="4305300"/>
            <a:ext cx="698500" cy="812800"/>
          </a:xfrm>
          <a:prstGeom prst="rect">
            <a:avLst/>
          </a:prstGeom>
          <a:solidFill>
            <a:srgbClr val="2A59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text_093">
            <a:extLst>
              <a:ext uri="{FF2B5EF4-FFF2-40B4-BE49-F238E27FC236}">
                <a16:creationId xmlns:a16="http://schemas.microsoft.com/office/drawing/2014/main" id="{93F780C4-B9DB-5483-B0A2-BCE728467F0F}"/>
              </a:ext>
            </a:extLst>
          </p:cNvPr>
          <p:cNvSpPr txBox="1"/>
          <p:nvPr/>
        </p:nvSpPr>
        <p:spPr>
          <a:xfrm>
            <a:off x="10883900" y="4559299"/>
            <a:ext cx="6731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0.745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5" name="rect_094">
            <a:extLst>
              <a:ext uri="{FF2B5EF4-FFF2-40B4-BE49-F238E27FC236}">
                <a16:creationId xmlns:a16="http://schemas.microsoft.com/office/drawing/2014/main" id="{B99B0F45-A047-DD88-E8A1-4B35C0140256}"/>
              </a:ext>
            </a:extLst>
          </p:cNvPr>
          <p:cNvSpPr/>
          <p:nvPr/>
        </p:nvSpPr>
        <p:spPr>
          <a:xfrm>
            <a:off x="7061200" y="5346700"/>
            <a:ext cx="698500" cy="812800"/>
          </a:xfrm>
          <a:prstGeom prst="rect">
            <a:avLst/>
          </a:prstGeom>
          <a:noFill/>
          <a:ln w="6350" cap="flat" cmpd="sng" algn="ctr">
            <a:solidFill>
              <a:srgbClr val="B6ACBE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rect_095">
            <a:extLst>
              <a:ext uri="{FF2B5EF4-FFF2-40B4-BE49-F238E27FC236}">
                <a16:creationId xmlns:a16="http://schemas.microsoft.com/office/drawing/2014/main" id="{1AF22499-73A8-9A04-DA49-79B4676E8ECB}"/>
              </a:ext>
            </a:extLst>
          </p:cNvPr>
          <p:cNvSpPr/>
          <p:nvPr/>
        </p:nvSpPr>
        <p:spPr>
          <a:xfrm>
            <a:off x="7823200" y="5346700"/>
            <a:ext cx="698500" cy="812800"/>
          </a:xfrm>
          <a:prstGeom prst="rect">
            <a:avLst/>
          </a:prstGeom>
          <a:noFill/>
          <a:ln w="6350" cap="flat" cmpd="sng" algn="ctr">
            <a:solidFill>
              <a:srgbClr val="B6ACBE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rect_096">
            <a:extLst>
              <a:ext uri="{FF2B5EF4-FFF2-40B4-BE49-F238E27FC236}">
                <a16:creationId xmlns:a16="http://schemas.microsoft.com/office/drawing/2014/main" id="{FA41EF81-02CE-E2FF-D5E3-69F7F9ED8F2E}"/>
              </a:ext>
            </a:extLst>
          </p:cNvPr>
          <p:cNvSpPr/>
          <p:nvPr/>
        </p:nvSpPr>
        <p:spPr>
          <a:xfrm>
            <a:off x="8585200" y="5346700"/>
            <a:ext cx="698500" cy="812800"/>
          </a:xfrm>
          <a:prstGeom prst="rect">
            <a:avLst/>
          </a:prstGeom>
          <a:noFill/>
          <a:ln w="6350" cap="flat" cmpd="sng" algn="ctr">
            <a:solidFill>
              <a:srgbClr val="B6ACBE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rect_097">
            <a:extLst>
              <a:ext uri="{FF2B5EF4-FFF2-40B4-BE49-F238E27FC236}">
                <a16:creationId xmlns:a16="http://schemas.microsoft.com/office/drawing/2014/main" id="{4315CFE1-DF2F-89E7-C632-0B3E1A282478}"/>
              </a:ext>
            </a:extLst>
          </p:cNvPr>
          <p:cNvSpPr/>
          <p:nvPr/>
        </p:nvSpPr>
        <p:spPr>
          <a:xfrm>
            <a:off x="9347200" y="5346700"/>
            <a:ext cx="698500" cy="812800"/>
          </a:xfrm>
          <a:prstGeom prst="rect">
            <a:avLst/>
          </a:prstGeom>
          <a:noFill/>
          <a:ln w="6350" cap="flat" cmpd="sng" algn="ctr">
            <a:solidFill>
              <a:srgbClr val="B6ACBE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rect_098">
            <a:extLst>
              <a:ext uri="{FF2B5EF4-FFF2-40B4-BE49-F238E27FC236}">
                <a16:creationId xmlns:a16="http://schemas.microsoft.com/office/drawing/2014/main" id="{C8EDA0CF-9B32-862A-F113-3B50E7C4D1E3}"/>
              </a:ext>
            </a:extLst>
          </p:cNvPr>
          <p:cNvSpPr/>
          <p:nvPr/>
        </p:nvSpPr>
        <p:spPr>
          <a:xfrm>
            <a:off x="10109200" y="5346700"/>
            <a:ext cx="698500" cy="812800"/>
          </a:xfrm>
          <a:prstGeom prst="rect">
            <a:avLst/>
          </a:prstGeom>
          <a:noFill/>
          <a:ln w="6350" cap="flat" cmpd="sng" algn="ctr">
            <a:solidFill>
              <a:srgbClr val="B6ACBE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rect_099">
            <a:extLst>
              <a:ext uri="{FF2B5EF4-FFF2-40B4-BE49-F238E27FC236}">
                <a16:creationId xmlns:a16="http://schemas.microsoft.com/office/drawing/2014/main" id="{60811D4A-6207-8269-83D0-1351CEF6267E}"/>
              </a:ext>
            </a:extLst>
          </p:cNvPr>
          <p:cNvSpPr/>
          <p:nvPr/>
        </p:nvSpPr>
        <p:spPr>
          <a:xfrm>
            <a:off x="10871200" y="5346700"/>
            <a:ext cx="698500" cy="812800"/>
          </a:xfrm>
          <a:prstGeom prst="rect">
            <a:avLst/>
          </a:prstGeom>
          <a:noFill/>
          <a:ln w="6350" cap="flat" cmpd="sng" algn="ctr">
            <a:solidFill>
              <a:srgbClr val="B6ACBE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text_100">
            <a:extLst>
              <a:ext uri="{FF2B5EF4-FFF2-40B4-BE49-F238E27FC236}">
                <a16:creationId xmlns:a16="http://schemas.microsoft.com/office/drawing/2014/main" id="{8180E252-65F6-6E67-301A-604276F30CB4}"/>
              </a:ext>
            </a:extLst>
          </p:cNvPr>
          <p:cNvSpPr txBox="1"/>
          <p:nvPr/>
        </p:nvSpPr>
        <p:spPr>
          <a:xfrm>
            <a:off x="368300" y="2362199"/>
            <a:ext cx="152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02020"/>
                </a:solidFill>
                <a:latin typeface="Arial" panose="020B0604020202020204" pitchFamily="34" charset="0"/>
              </a:rPr>
              <a:t>A  real93</a:t>
            </a:r>
            <a:endParaRPr lang="zh-CN" altLang="en-US" sz="1200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102" name="text_101">
            <a:extLst>
              <a:ext uri="{FF2B5EF4-FFF2-40B4-BE49-F238E27FC236}">
                <a16:creationId xmlns:a16="http://schemas.microsoft.com/office/drawing/2014/main" id="{38D8BF6F-820C-8520-FD92-3BCD85A2D6DA}"/>
              </a:ext>
            </a:extLst>
          </p:cNvPr>
          <p:cNvSpPr txBox="1"/>
          <p:nvPr/>
        </p:nvSpPr>
        <p:spPr>
          <a:xfrm>
            <a:off x="368300" y="2667000"/>
            <a:ext cx="1524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0">
                <a:solidFill>
                  <a:srgbClr val="626262"/>
                </a:solidFill>
                <a:latin typeface="Arial" panose="020B0604020202020204" pitchFamily="34" charset="0"/>
              </a:rPr>
              <a:t>93 images</a:t>
            </a:r>
            <a:endParaRPr lang="zh-CN" altLang="en-US" sz="105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sp>
        <p:nvSpPr>
          <p:cNvPr id="103" name="text_102">
            <a:extLst>
              <a:ext uri="{FF2B5EF4-FFF2-40B4-BE49-F238E27FC236}">
                <a16:creationId xmlns:a16="http://schemas.microsoft.com/office/drawing/2014/main" id="{360E219A-9583-D44B-756E-548BF8DC40A9}"/>
              </a:ext>
            </a:extLst>
          </p:cNvPr>
          <p:cNvSpPr txBox="1"/>
          <p:nvPr/>
        </p:nvSpPr>
        <p:spPr>
          <a:xfrm>
            <a:off x="368300" y="3403599"/>
            <a:ext cx="152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02020"/>
                </a:solidFill>
                <a:latin typeface="Arial" panose="020B0604020202020204" pitchFamily="34" charset="0"/>
              </a:rPr>
              <a:t>B  Augmented</a:t>
            </a:r>
            <a:endParaRPr lang="zh-CN" altLang="en-US" sz="1200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104" name="text_103">
            <a:extLst>
              <a:ext uri="{FF2B5EF4-FFF2-40B4-BE49-F238E27FC236}">
                <a16:creationId xmlns:a16="http://schemas.microsoft.com/office/drawing/2014/main" id="{D021E824-3036-0D89-BBEF-2A7EAC6419ED}"/>
              </a:ext>
            </a:extLst>
          </p:cNvPr>
          <p:cNvSpPr txBox="1"/>
          <p:nvPr/>
        </p:nvSpPr>
        <p:spPr>
          <a:xfrm>
            <a:off x="368300" y="3708400"/>
            <a:ext cx="1524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0">
                <a:solidFill>
                  <a:srgbClr val="626262"/>
                </a:solidFill>
                <a:latin typeface="Arial" panose="020B0604020202020204" pitchFamily="34" charset="0"/>
              </a:rPr>
              <a:t>1,085 images</a:t>
            </a:r>
            <a:endParaRPr lang="zh-CN" altLang="en-US" sz="105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sp>
        <p:nvSpPr>
          <p:cNvPr id="105" name="text_104">
            <a:extLst>
              <a:ext uri="{FF2B5EF4-FFF2-40B4-BE49-F238E27FC236}">
                <a16:creationId xmlns:a16="http://schemas.microsoft.com/office/drawing/2014/main" id="{34C48F45-2F5E-6F14-44AA-B3A0894D229C}"/>
              </a:ext>
            </a:extLst>
          </p:cNvPr>
          <p:cNvSpPr txBox="1"/>
          <p:nvPr/>
        </p:nvSpPr>
        <p:spPr>
          <a:xfrm>
            <a:off x="368300" y="4444999"/>
            <a:ext cx="152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02020"/>
                </a:solidFill>
                <a:latin typeface="Arial" panose="020B0604020202020204" pitchFamily="34" charset="0"/>
              </a:rPr>
              <a:t>C  Image edit</a:t>
            </a:r>
            <a:endParaRPr lang="zh-CN" altLang="en-US" sz="1200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106" name="text_105">
            <a:extLst>
              <a:ext uri="{FF2B5EF4-FFF2-40B4-BE49-F238E27FC236}">
                <a16:creationId xmlns:a16="http://schemas.microsoft.com/office/drawing/2014/main" id="{2C96EA20-0E4F-9607-6099-C86D5FF2F705}"/>
              </a:ext>
            </a:extLst>
          </p:cNvPr>
          <p:cNvSpPr txBox="1"/>
          <p:nvPr/>
        </p:nvSpPr>
        <p:spPr>
          <a:xfrm>
            <a:off x="368300" y="4749800"/>
            <a:ext cx="1524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0">
                <a:solidFill>
                  <a:srgbClr val="626262"/>
                </a:solidFill>
                <a:latin typeface="Arial" panose="020B0604020202020204" pitchFamily="34" charset="0"/>
              </a:rPr>
              <a:t>1,085 images</a:t>
            </a:r>
            <a:endParaRPr lang="zh-CN" altLang="en-US" sz="105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sp>
        <p:nvSpPr>
          <p:cNvPr id="107" name="text_106">
            <a:extLst>
              <a:ext uri="{FF2B5EF4-FFF2-40B4-BE49-F238E27FC236}">
                <a16:creationId xmlns:a16="http://schemas.microsoft.com/office/drawing/2014/main" id="{7D8C37F5-2C72-A563-7398-107FEA7D3271}"/>
              </a:ext>
            </a:extLst>
          </p:cNvPr>
          <p:cNvSpPr txBox="1"/>
          <p:nvPr/>
        </p:nvSpPr>
        <p:spPr>
          <a:xfrm>
            <a:off x="368300" y="5486399"/>
            <a:ext cx="152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02020"/>
                </a:solidFill>
                <a:latin typeface="Arial" panose="020B0604020202020204" pitchFamily="34" charset="0"/>
              </a:rPr>
              <a:t>D  LoRA T2I</a:t>
            </a:r>
            <a:endParaRPr lang="zh-CN" altLang="en-US" sz="1200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108" name="text_107">
            <a:extLst>
              <a:ext uri="{FF2B5EF4-FFF2-40B4-BE49-F238E27FC236}">
                <a16:creationId xmlns:a16="http://schemas.microsoft.com/office/drawing/2014/main" id="{B2535F8A-7AA8-BF58-B2BE-352643C57AD4}"/>
              </a:ext>
            </a:extLst>
          </p:cNvPr>
          <p:cNvSpPr txBox="1"/>
          <p:nvPr/>
        </p:nvSpPr>
        <p:spPr>
          <a:xfrm>
            <a:off x="368300" y="5791200"/>
            <a:ext cx="1524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0">
                <a:solidFill>
                  <a:srgbClr val="626262"/>
                </a:solidFill>
                <a:latin typeface="Arial" panose="020B0604020202020204" pitchFamily="34" charset="0"/>
              </a:rPr>
              <a:t>Pending</a:t>
            </a:r>
            <a:endParaRPr lang="zh-CN" altLang="en-US" sz="105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sp>
        <p:nvSpPr>
          <p:cNvPr id="109" name="text_108">
            <a:extLst>
              <a:ext uri="{FF2B5EF4-FFF2-40B4-BE49-F238E27FC236}">
                <a16:creationId xmlns:a16="http://schemas.microsoft.com/office/drawing/2014/main" id="{84B5BCD3-0E44-9B20-5BAD-8F8D934E10AA}"/>
              </a:ext>
            </a:extLst>
          </p:cNvPr>
          <p:cNvSpPr txBox="1"/>
          <p:nvPr/>
        </p:nvSpPr>
        <p:spPr>
          <a:xfrm>
            <a:off x="2032000" y="6781799"/>
            <a:ext cx="1397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>
                <a:solidFill>
                  <a:srgbClr val="202020"/>
                </a:solidFill>
                <a:latin typeface="Arial" panose="020B0604020202020204" pitchFamily="34" charset="0"/>
              </a:rPr>
              <a:t>Shared AP scale</a:t>
            </a:r>
            <a:endParaRPr lang="zh-CN" altLang="en-US" sz="11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110" name="rect_109">
            <a:extLst>
              <a:ext uri="{FF2B5EF4-FFF2-40B4-BE49-F238E27FC236}">
                <a16:creationId xmlns:a16="http://schemas.microsoft.com/office/drawing/2014/main" id="{0F939411-93B3-4813-00DC-EE1569EFA95D}"/>
              </a:ext>
            </a:extLst>
          </p:cNvPr>
          <p:cNvSpPr/>
          <p:nvPr/>
        </p:nvSpPr>
        <p:spPr>
          <a:xfrm>
            <a:off x="3556000" y="6858000"/>
            <a:ext cx="50800" cy="152400"/>
          </a:xfrm>
          <a:prstGeom prst="rect">
            <a:avLst/>
          </a:prstGeom>
          <a:solidFill>
            <a:srgbClr val="F3F8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rect_110">
            <a:extLst>
              <a:ext uri="{FF2B5EF4-FFF2-40B4-BE49-F238E27FC236}">
                <a16:creationId xmlns:a16="http://schemas.microsoft.com/office/drawing/2014/main" id="{F9641FB5-5319-AEAE-E505-F67956943A04}"/>
              </a:ext>
            </a:extLst>
          </p:cNvPr>
          <p:cNvSpPr/>
          <p:nvPr/>
        </p:nvSpPr>
        <p:spPr>
          <a:xfrm>
            <a:off x="3606800" y="6858000"/>
            <a:ext cx="50800" cy="152400"/>
          </a:xfrm>
          <a:prstGeom prst="rect">
            <a:avLst/>
          </a:prstGeom>
          <a:solidFill>
            <a:srgbClr val="DCE6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rect_111">
            <a:extLst>
              <a:ext uri="{FF2B5EF4-FFF2-40B4-BE49-F238E27FC236}">
                <a16:creationId xmlns:a16="http://schemas.microsoft.com/office/drawing/2014/main" id="{1DFFC4DC-7328-768D-11CC-6A9633B6099F}"/>
              </a:ext>
            </a:extLst>
          </p:cNvPr>
          <p:cNvSpPr/>
          <p:nvPr/>
        </p:nvSpPr>
        <p:spPr>
          <a:xfrm>
            <a:off x="3657600" y="6858000"/>
            <a:ext cx="50800" cy="152400"/>
          </a:xfrm>
          <a:prstGeom prst="rect">
            <a:avLst/>
          </a:prstGeom>
          <a:solidFill>
            <a:srgbClr val="D0DC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rect_112">
            <a:extLst>
              <a:ext uri="{FF2B5EF4-FFF2-40B4-BE49-F238E27FC236}">
                <a16:creationId xmlns:a16="http://schemas.microsoft.com/office/drawing/2014/main" id="{96E55FAA-D932-6663-2ABA-2F8241B07C7D}"/>
              </a:ext>
            </a:extLst>
          </p:cNvPr>
          <p:cNvSpPr/>
          <p:nvPr/>
        </p:nvSpPr>
        <p:spPr>
          <a:xfrm>
            <a:off x="3708400" y="6858000"/>
            <a:ext cx="50800" cy="152400"/>
          </a:xfrm>
          <a:prstGeom prst="rect">
            <a:avLst/>
          </a:prstGeom>
          <a:solidFill>
            <a:srgbClr val="C6D4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rect_113">
            <a:extLst>
              <a:ext uri="{FF2B5EF4-FFF2-40B4-BE49-F238E27FC236}">
                <a16:creationId xmlns:a16="http://schemas.microsoft.com/office/drawing/2014/main" id="{890FC3C6-3B80-577D-7839-8F07206749BE}"/>
              </a:ext>
            </a:extLst>
          </p:cNvPr>
          <p:cNvSpPr/>
          <p:nvPr/>
        </p:nvSpPr>
        <p:spPr>
          <a:xfrm>
            <a:off x="3759200" y="6858000"/>
            <a:ext cx="50800" cy="152400"/>
          </a:xfrm>
          <a:prstGeom prst="rect">
            <a:avLst/>
          </a:prstGeom>
          <a:solidFill>
            <a:srgbClr val="BECE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rect_114">
            <a:extLst>
              <a:ext uri="{FF2B5EF4-FFF2-40B4-BE49-F238E27FC236}">
                <a16:creationId xmlns:a16="http://schemas.microsoft.com/office/drawing/2014/main" id="{DDF541D8-068A-518F-85C7-A7A3B342B7CC}"/>
              </a:ext>
            </a:extLst>
          </p:cNvPr>
          <p:cNvSpPr/>
          <p:nvPr/>
        </p:nvSpPr>
        <p:spPr>
          <a:xfrm>
            <a:off x="3810000" y="6858000"/>
            <a:ext cx="50800" cy="152400"/>
          </a:xfrm>
          <a:prstGeom prst="rect">
            <a:avLst/>
          </a:prstGeom>
          <a:solidFill>
            <a:srgbClr val="B6C8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rect_115">
            <a:extLst>
              <a:ext uri="{FF2B5EF4-FFF2-40B4-BE49-F238E27FC236}">
                <a16:creationId xmlns:a16="http://schemas.microsoft.com/office/drawing/2014/main" id="{5B4F6EED-6DD1-C613-9A7B-B42D3073347A}"/>
              </a:ext>
            </a:extLst>
          </p:cNvPr>
          <p:cNvSpPr/>
          <p:nvPr/>
        </p:nvSpPr>
        <p:spPr>
          <a:xfrm>
            <a:off x="3860800" y="6858000"/>
            <a:ext cx="50800" cy="152400"/>
          </a:xfrm>
          <a:prstGeom prst="rect">
            <a:avLst/>
          </a:prstGeom>
          <a:solidFill>
            <a:srgbClr val="AFC2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rect_116">
            <a:extLst>
              <a:ext uri="{FF2B5EF4-FFF2-40B4-BE49-F238E27FC236}">
                <a16:creationId xmlns:a16="http://schemas.microsoft.com/office/drawing/2014/main" id="{1AE0905D-191A-D7A0-9122-8DAB3518C861}"/>
              </a:ext>
            </a:extLst>
          </p:cNvPr>
          <p:cNvSpPr/>
          <p:nvPr/>
        </p:nvSpPr>
        <p:spPr>
          <a:xfrm>
            <a:off x="3911600" y="6858000"/>
            <a:ext cx="50800" cy="152400"/>
          </a:xfrm>
          <a:prstGeom prst="rect">
            <a:avLst/>
          </a:prstGeom>
          <a:solidFill>
            <a:srgbClr val="A8BDC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rect_117">
            <a:extLst>
              <a:ext uri="{FF2B5EF4-FFF2-40B4-BE49-F238E27FC236}">
                <a16:creationId xmlns:a16="http://schemas.microsoft.com/office/drawing/2014/main" id="{72EE571F-4E07-49AE-ABDF-6FDBFC62517F}"/>
              </a:ext>
            </a:extLst>
          </p:cNvPr>
          <p:cNvSpPr/>
          <p:nvPr/>
        </p:nvSpPr>
        <p:spPr>
          <a:xfrm>
            <a:off x="3962400" y="6858000"/>
            <a:ext cx="50800" cy="152400"/>
          </a:xfrm>
          <a:prstGeom prst="rect">
            <a:avLst/>
          </a:prstGeom>
          <a:solidFill>
            <a:srgbClr val="A2B8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rect_118">
            <a:extLst>
              <a:ext uri="{FF2B5EF4-FFF2-40B4-BE49-F238E27FC236}">
                <a16:creationId xmlns:a16="http://schemas.microsoft.com/office/drawing/2014/main" id="{11694073-FB82-735C-2837-C040F4494077}"/>
              </a:ext>
            </a:extLst>
          </p:cNvPr>
          <p:cNvSpPr/>
          <p:nvPr/>
        </p:nvSpPr>
        <p:spPr>
          <a:xfrm>
            <a:off x="4013200" y="6858000"/>
            <a:ext cx="50800" cy="152400"/>
          </a:xfrm>
          <a:prstGeom prst="rect">
            <a:avLst/>
          </a:prstGeom>
          <a:solidFill>
            <a:srgbClr val="9CB3B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rect_119">
            <a:extLst>
              <a:ext uri="{FF2B5EF4-FFF2-40B4-BE49-F238E27FC236}">
                <a16:creationId xmlns:a16="http://schemas.microsoft.com/office/drawing/2014/main" id="{8874CB20-8C16-8C10-6A39-FB6497BCD19D}"/>
              </a:ext>
            </a:extLst>
          </p:cNvPr>
          <p:cNvSpPr/>
          <p:nvPr/>
        </p:nvSpPr>
        <p:spPr>
          <a:xfrm>
            <a:off x="4064000" y="6858000"/>
            <a:ext cx="50800" cy="152400"/>
          </a:xfrm>
          <a:prstGeom prst="rect">
            <a:avLst/>
          </a:prstGeom>
          <a:solidFill>
            <a:srgbClr val="97AF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rect_120">
            <a:extLst>
              <a:ext uri="{FF2B5EF4-FFF2-40B4-BE49-F238E27FC236}">
                <a16:creationId xmlns:a16="http://schemas.microsoft.com/office/drawing/2014/main" id="{A247233B-85D5-32F9-2D30-E88AB0D5B4C3}"/>
              </a:ext>
            </a:extLst>
          </p:cNvPr>
          <p:cNvSpPr/>
          <p:nvPr/>
        </p:nvSpPr>
        <p:spPr>
          <a:xfrm>
            <a:off x="4114800" y="6858000"/>
            <a:ext cx="50800" cy="152400"/>
          </a:xfrm>
          <a:prstGeom prst="rect">
            <a:avLst/>
          </a:prstGeom>
          <a:solidFill>
            <a:srgbClr val="91AA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rect_121">
            <a:extLst>
              <a:ext uri="{FF2B5EF4-FFF2-40B4-BE49-F238E27FC236}">
                <a16:creationId xmlns:a16="http://schemas.microsoft.com/office/drawing/2014/main" id="{E4D01250-046C-7D47-A666-DD6423B86462}"/>
              </a:ext>
            </a:extLst>
          </p:cNvPr>
          <p:cNvSpPr/>
          <p:nvPr/>
        </p:nvSpPr>
        <p:spPr>
          <a:xfrm>
            <a:off x="4165600" y="6858000"/>
            <a:ext cx="50800" cy="152400"/>
          </a:xfrm>
          <a:prstGeom prst="rect">
            <a:avLst/>
          </a:prstGeom>
          <a:solidFill>
            <a:srgbClr val="8CA6A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rect_122">
            <a:extLst>
              <a:ext uri="{FF2B5EF4-FFF2-40B4-BE49-F238E27FC236}">
                <a16:creationId xmlns:a16="http://schemas.microsoft.com/office/drawing/2014/main" id="{375701F1-1282-0292-3C40-D0C4D311287E}"/>
              </a:ext>
            </a:extLst>
          </p:cNvPr>
          <p:cNvSpPr/>
          <p:nvPr/>
        </p:nvSpPr>
        <p:spPr>
          <a:xfrm>
            <a:off x="4216400" y="6858000"/>
            <a:ext cx="50800" cy="152400"/>
          </a:xfrm>
          <a:prstGeom prst="rect">
            <a:avLst/>
          </a:prstGeom>
          <a:solidFill>
            <a:srgbClr val="87A2A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rect_123">
            <a:extLst>
              <a:ext uri="{FF2B5EF4-FFF2-40B4-BE49-F238E27FC236}">
                <a16:creationId xmlns:a16="http://schemas.microsoft.com/office/drawing/2014/main" id="{6A942476-6C53-3956-61D6-1A007BF1BB18}"/>
              </a:ext>
            </a:extLst>
          </p:cNvPr>
          <p:cNvSpPr/>
          <p:nvPr/>
        </p:nvSpPr>
        <p:spPr>
          <a:xfrm>
            <a:off x="4267200" y="6858000"/>
            <a:ext cx="50800" cy="152400"/>
          </a:xfrm>
          <a:prstGeom prst="rect">
            <a:avLst/>
          </a:prstGeom>
          <a:solidFill>
            <a:srgbClr val="829E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rect_124">
            <a:extLst>
              <a:ext uri="{FF2B5EF4-FFF2-40B4-BE49-F238E27FC236}">
                <a16:creationId xmlns:a16="http://schemas.microsoft.com/office/drawing/2014/main" id="{EFFD2396-9D55-1CE2-6753-A5F4EFDD866D}"/>
              </a:ext>
            </a:extLst>
          </p:cNvPr>
          <p:cNvSpPr/>
          <p:nvPr/>
        </p:nvSpPr>
        <p:spPr>
          <a:xfrm>
            <a:off x="4318000" y="6858000"/>
            <a:ext cx="50800" cy="152400"/>
          </a:xfrm>
          <a:prstGeom prst="rect">
            <a:avLst/>
          </a:prstGeom>
          <a:solidFill>
            <a:srgbClr val="7D9BA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rect_125">
            <a:extLst>
              <a:ext uri="{FF2B5EF4-FFF2-40B4-BE49-F238E27FC236}">
                <a16:creationId xmlns:a16="http://schemas.microsoft.com/office/drawing/2014/main" id="{8C8D0BA7-AE2D-F3C9-F3C9-01F58E6A19E4}"/>
              </a:ext>
            </a:extLst>
          </p:cNvPr>
          <p:cNvSpPr/>
          <p:nvPr/>
        </p:nvSpPr>
        <p:spPr>
          <a:xfrm>
            <a:off x="4368800" y="6858000"/>
            <a:ext cx="50800" cy="152400"/>
          </a:xfrm>
          <a:prstGeom prst="rect">
            <a:avLst/>
          </a:prstGeom>
          <a:solidFill>
            <a:srgbClr val="7897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rect_126">
            <a:extLst>
              <a:ext uri="{FF2B5EF4-FFF2-40B4-BE49-F238E27FC236}">
                <a16:creationId xmlns:a16="http://schemas.microsoft.com/office/drawing/2014/main" id="{4FB0C694-6BAD-7D56-B9B2-56C8866782B7}"/>
              </a:ext>
            </a:extLst>
          </p:cNvPr>
          <p:cNvSpPr/>
          <p:nvPr/>
        </p:nvSpPr>
        <p:spPr>
          <a:xfrm>
            <a:off x="4419600" y="6858000"/>
            <a:ext cx="50800" cy="152400"/>
          </a:xfrm>
          <a:prstGeom prst="rect">
            <a:avLst/>
          </a:prstGeom>
          <a:solidFill>
            <a:srgbClr val="7493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rect_127">
            <a:extLst>
              <a:ext uri="{FF2B5EF4-FFF2-40B4-BE49-F238E27FC236}">
                <a16:creationId xmlns:a16="http://schemas.microsoft.com/office/drawing/2014/main" id="{F56BF9E9-9B6C-BDDB-0FF7-728D5B27FE12}"/>
              </a:ext>
            </a:extLst>
          </p:cNvPr>
          <p:cNvSpPr/>
          <p:nvPr/>
        </p:nvSpPr>
        <p:spPr>
          <a:xfrm>
            <a:off x="4470400" y="6858000"/>
            <a:ext cx="50800" cy="152400"/>
          </a:xfrm>
          <a:prstGeom prst="rect">
            <a:avLst/>
          </a:prstGeom>
          <a:solidFill>
            <a:srgbClr val="6F909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rect_128">
            <a:extLst>
              <a:ext uri="{FF2B5EF4-FFF2-40B4-BE49-F238E27FC236}">
                <a16:creationId xmlns:a16="http://schemas.microsoft.com/office/drawing/2014/main" id="{67094753-2B47-44F5-86BB-7FC8BC50D8C6}"/>
              </a:ext>
            </a:extLst>
          </p:cNvPr>
          <p:cNvSpPr/>
          <p:nvPr/>
        </p:nvSpPr>
        <p:spPr>
          <a:xfrm>
            <a:off x="4521200" y="6858000"/>
            <a:ext cx="50800" cy="152400"/>
          </a:xfrm>
          <a:prstGeom prst="rect">
            <a:avLst/>
          </a:prstGeom>
          <a:solidFill>
            <a:srgbClr val="6B8C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rect_129">
            <a:extLst>
              <a:ext uri="{FF2B5EF4-FFF2-40B4-BE49-F238E27FC236}">
                <a16:creationId xmlns:a16="http://schemas.microsoft.com/office/drawing/2014/main" id="{D8CD3A98-BB06-2325-DE01-16DD6B430257}"/>
              </a:ext>
            </a:extLst>
          </p:cNvPr>
          <p:cNvSpPr/>
          <p:nvPr/>
        </p:nvSpPr>
        <p:spPr>
          <a:xfrm>
            <a:off x="4572000" y="6858000"/>
            <a:ext cx="50800" cy="152400"/>
          </a:xfrm>
          <a:prstGeom prst="rect">
            <a:avLst/>
          </a:prstGeom>
          <a:solidFill>
            <a:srgbClr val="67899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rect_130">
            <a:extLst>
              <a:ext uri="{FF2B5EF4-FFF2-40B4-BE49-F238E27FC236}">
                <a16:creationId xmlns:a16="http://schemas.microsoft.com/office/drawing/2014/main" id="{C63749A3-73A5-2057-E1A8-41A4C17CA230}"/>
              </a:ext>
            </a:extLst>
          </p:cNvPr>
          <p:cNvSpPr/>
          <p:nvPr/>
        </p:nvSpPr>
        <p:spPr>
          <a:xfrm>
            <a:off x="4622800" y="6858000"/>
            <a:ext cx="50800" cy="152400"/>
          </a:xfrm>
          <a:prstGeom prst="rect">
            <a:avLst/>
          </a:prstGeom>
          <a:solidFill>
            <a:srgbClr val="6386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rect_131">
            <a:extLst>
              <a:ext uri="{FF2B5EF4-FFF2-40B4-BE49-F238E27FC236}">
                <a16:creationId xmlns:a16="http://schemas.microsoft.com/office/drawing/2014/main" id="{C124BD66-A7E6-01BB-BB66-927447B4E9FF}"/>
              </a:ext>
            </a:extLst>
          </p:cNvPr>
          <p:cNvSpPr/>
          <p:nvPr/>
        </p:nvSpPr>
        <p:spPr>
          <a:xfrm>
            <a:off x="4673600" y="6858000"/>
            <a:ext cx="50800" cy="152400"/>
          </a:xfrm>
          <a:prstGeom prst="rect">
            <a:avLst/>
          </a:prstGeom>
          <a:solidFill>
            <a:srgbClr val="5F82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rect_132">
            <a:extLst>
              <a:ext uri="{FF2B5EF4-FFF2-40B4-BE49-F238E27FC236}">
                <a16:creationId xmlns:a16="http://schemas.microsoft.com/office/drawing/2014/main" id="{4BD3A60B-1CD8-EAF7-5B6B-D3CA5BC0B7CF}"/>
              </a:ext>
            </a:extLst>
          </p:cNvPr>
          <p:cNvSpPr/>
          <p:nvPr/>
        </p:nvSpPr>
        <p:spPr>
          <a:xfrm>
            <a:off x="4724400" y="6858000"/>
            <a:ext cx="50800" cy="152400"/>
          </a:xfrm>
          <a:prstGeom prst="rect">
            <a:avLst/>
          </a:prstGeom>
          <a:solidFill>
            <a:srgbClr val="5B7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rect_133">
            <a:extLst>
              <a:ext uri="{FF2B5EF4-FFF2-40B4-BE49-F238E27FC236}">
                <a16:creationId xmlns:a16="http://schemas.microsoft.com/office/drawing/2014/main" id="{BF4CFA6A-7AB2-0FBE-AC16-CA2700A4E06C}"/>
              </a:ext>
            </a:extLst>
          </p:cNvPr>
          <p:cNvSpPr/>
          <p:nvPr/>
        </p:nvSpPr>
        <p:spPr>
          <a:xfrm>
            <a:off x="4775200" y="6858000"/>
            <a:ext cx="50800" cy="152400"/>
          </a:xfrm>
          <a:prstGeom prst="rect">
            <a:avLst/>
          </a:prstGeom>
          <a:solidFill>
            <a:srgbClr val="577C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rect_134">
            <a:extLst>
              <a:ext uri="{FF2B5EF4-FFF2-40B4-BE49-F238E27FC236}">
                <a16:creationId xmlns:a16="http://schemas.microsoft.com/office/drawing/2014/main" id="{A8351424-CD7C-77C2-96AC-D763D1B297E5}"/>
              </a:ext>
            </a:extLst>
          </p:cNvPr>
          <p:cNvSpPr/>
          <p:nvPr/>
        </p:nvSpPr>
        <p:spPr>
          <a:xfrm>
            <a:off x="4826000" y="6858000"/>
            <a:ext cx="50800" cy="152400"/>
          </a:xfrm>
          <a:prstGeom prst="rect">
            <a:avLst/>
          </a:prstGeom>
          <a:solidFill>
            <a:srgbClr val="5379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rect_135">
            <a:extLst>
              <a:ext uri="{FF2B5EF4-FFF2-40B4-BE49-F238E27FC236}">
                <a16:creationId xmlns:a16="http://schemas.microsoft.com/office/drawing/2014/main" id="{0EC6ECEA-FAFA-F800-86B1-2467717656E9}"/>
              </a:ext>
            </a:extLst>
          </p:cNvPr>
          <p:cNvSpPr/>
          <p:nvPr/>
        </p:nvSpPr>
        <p:spPr>
          <a:xfrm>
            <a:off x="4876800" y="6858000"/>
            <a:ext cx="50800" cy="152400"/>
          </a:xfrm>
          <a:prstGeom prst="rect">
            <a:avLst/>
          </a:prstGeom>
          <a:solidFill>
            <a:srgbClr val="4F76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rect_136">
            <a:extLst>
              <a:ext uri="{FF2B5EF4-FFF2-40B4-BE49-F238E27FC236}">
                <a16:creationId xmlns:a16="http://schemas.microsoft.com/office/drawing/2014/main" id="{0B2DF1C2-068C-6856-C944-802728740069}"/>
              </a:ext>
            </a:extLst>
          </p:cNvPr>
          <p:cNvSpPr/>
          <p:nvPr/>
        </p:nvSpPr>
        <p:spPr>
          <a:xfrm>
            <a:off x="4927600" y="6858000"/>
            <a:ext cx="50800" cy="152400"/>
          </a:xfrm>
          <a:prstGeom prst="rect">
            <a:avLst/>
          </a:prstGeom>
          <a:solidFill>
            <a:srgbClr val="4B73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rect_137">
            <a:extLst>
              <a:ext uri="{FF2B5EF4-FFF2-40B4-BE49-F238E27FC236}">
                <a16:creationId xmlns:a16="http://schemas.microsoft.com/office/drawing/2014/main" id="{3D28115F-57AE-61EB-CD0E-74046F105A32}"/>
              </a:ext>
            </a:extLst>
          </p:cNvPr>
          <p:cNvSpPr/>
          <p:nvPr/>
        </p:nvSpPr>
        <p:spPr>
          <a:xfrm>
            <a:off x="4978400" y="6858000"/>
            <a:ext cx="50800" cy="152400"/>
          </a:xfrm>
          <a:prstGeom prst="rect">
            <a:avLst/>
          </a:prstGeom>
          <a:solidFill>
            <a:srgbClr val="4770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rect_138">
            <a:extLst>
              <a:ext uri="{FF2B5EF4-FFF2-40B4-BE49-F238E27FC236}">
                <a16:creationId xmlns:a16="http://schemas.microsoft.com/office/drawing/2014/main" id="{666DDC98-D032-B068-380E-525FCACDB091}"/>
              </a:ext>
            </a:extLst>
          </p:cNvPr>
          <p:cNvSpPr/>
          <p:nvPr/>
        </p:nvSpPr>
        <p:spPr>
          <a:xfrm>
            <a:off x="5029200" y="6858000"/>
            <a:ext cx="50800" cy="152400"/>
          </a:xfrm>
          <a:prstGeom prst="rect">
            <a:avLst/>
          </a:prstGeom>
          <a:solidFill>
            <a:srgbClr val="446D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rect_139">
            <a:extLst>
              <a:ext uri="{FF2B5EF4-FFF2-40B4-BE49-F238E27FC236}">
                <a16:creationId xmlns:a16="http://schemas.microsoft.com/office/drawing/2014/main" id="{55A7E9D1-62BC-2904-61BC-5C5B842DA190}"/>
              </a:ext>
            </a:extLst>
          </p:cNvPr>
          <p:cNvSpPr/>
          <p:nvPr/>
        </p:nvSpPr>
        <p:spPr>
          <a:xfrm>
            <a:off x="5080000" y="6858000"/>
            <a:ext cx="50800" cy="152400"/>
          </a:xfrm>
          <a:prstGeom prst="rect">
            <a:avLst/>
          </a:prstGeom>
          <a:solidFill>
            <a:srgbClr val="406A7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rect_140">
            <a:extLst>
              <a:ext uri="{FF2B5EF4-FFF2-40B4-BE49-F238E27FC236}">
                <a16:creationId xmlns:a16="http://schemas.microsoft.com/office/drawing/2014/main" id="{2AE48971-F9BC-79C1-4646-28104FFFCBFE}"/>
              </a:ext>
            </a:extLst>
          </p:cNvPr>
          <p:cNvSpPr/>
          <p:nvPr/>
        </p:nvSpPr>
        <p:spPr>
          <a:xfrm>
            <a:off x="5130800" y="6858000"/>
            <a:ext cx="50800" cy="152400"/>
          </a:xfrm>
          <a:prstGeom prst="rect">
            <a:avLst/>
          </a:prstGeom>
          <a:solidFill>
            <a:srgbClr val="3D68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rect_141">
            <a:extLst>
              <a:ext uri="{FF2B5EF4-FFF2-40B4-BE49-F238E27FC236}">
                <a16:creationId xmlns:a16="http://schemas.microsoft.com/office/drawing/2014/main" id="{4C11C925-F232-43A6-9D28-33E2D16A9948}"/>
              </a:ext>
            </a:extLst>
          </p:cNvPr>
          <p:cNvSpPr/>
          <p:nvPr/>
        </p:nvSpPr>
        <p:spPr>
          <a:xfrm>
            <a:off x="5181600" y="6858000"/>
            <a:ext cx="50800" cy="152400"/>
          </a:xfrm>
          <a:prstGeom prst="rect">
            <a:avLst/>
          </a:prstGeom>
          <a:solidFill>
            <a:srgbClr val="3965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rect_142">
            <a:extLst>
              <a:ext uri="{FF2B5EF4-FFF2-40B4-BE49-F238E27FC236}">
                <a16:creationId xmlns:a16="http://schemas.microsoft.com/office/drawing/2014/main" id="{3F6D461E-B8BD-AB68-55B2-D143CAC230F1}"/>
              </a:ext>
            </a:extLst>
          </p:cNvPr>
          <p:cNvSpPr/>
          <p:nvPr/>
        </p:nvSpPr>
        <p:spPr>
          <a:xfrm>
            <a:off x="5232400" y="6858000"/>
            <a:ext cx="50800" cy="152400"/>
          </a:xfrm>
          <a:prstGeom prst="rect">
            <a:avLst/>
          </a:prstGeom>
          <a:solidFill>
            <a:srgbClr val="3662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rect_143">
            <a:extLst>
              <a:ext uri="{FF2B5EF4-FFF2-40B4-BE49-F238E27FC236}">
                <a16:creationId xmlns:a16="http://schemas.microsoft.com/office/drawing/2014/main" id="{599C3EFB-06A4-910A-C241-B9A8401A4E58}"/>
              </a:ext>
            </a:extLst>
          </p:cNvPr>
          <p:cNvSpPr/>
          <p:nvPr/>
        </p:nvSpPr>
        <p:spPr>
          <a:xfrm>
            <a:off x="5283200" y="6858000"/>
            <a:ext cx="50800" cy="152400"/>
          </a:xfrm>
          <a:prstGeom prst="rect">
            <a:avLst/>
          </a:prstGeom>
          <a:solidFill>
            <a:srgbClr val="325F6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rect_144">
            <a:extLst>
              <a:ext uri="{FF2B5EF4-FFF2-40B4-BE49-F238E27FC236}">
                <a16:creationId xmlns:a16="http://schemas.microsoft.com/office/drawing/2014/main" id="{AD8B006A-E41A-3000-A525-60AD3AEB433C}"/>
              </a:ext>
            </a:extLst>
          </p:cNvPr>
          <p:cNvSpPr/>
          <p:nvPr/>
        </p:nvSpPr>
        <p:spPr>
          <a:xfrm>
            <a:off x="5334000" y="6858000"/>
            <a:ext cx="50800" cy="152400"/>
          </a:xfrm>
          <a:prstGeom prst="rect">
            <a:avLst/>
          </a:prstGeom>
          <a:solidFill>
            <a:srgbClr val="2F5D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rect_145">
            <a:extLst>
              <a:ext uri="{FF2B5EF4-FFF2-40B4-BE49-F238E27FC236}">
                <a16:creationId xmlns:a16="http://schemas.microsoft.com/office/drawing/2014/main" id="{2D03C29B-C7B1-F500-24B3-FA9E957D3F56}"/>
              </a:ext>
            </a:extLst>
          </p:cNvPr>
          <p:cNvSpPr/>
          <p:nvPr/>
        </p:nvSpPr>
        <p:spPr>
          <a:xfrm>
            <a:off x="5384800" y="6858000"/>
            <a:ext cx="50800" cy="152400"/>
          </a:xfrm>
          <a:prstGeom prst="rect">
            <a:avLst/>
          </a:prstGeom>
          <a:solidFill>
            <a:srgbClr val="2C5A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rect_146">
            <a:extLst>
              <a:ext uri="{FF2B5EF4-FFF2-40B4-BE49-F238E27FC236}">
                <a16:creationId xmlns:a16="http://schemas.microsoft.com/office/drawing/2014/main" id="{60C633EE-6684-BF2B-B8D3-0D8665D87526}"/>
              </a:ext>
            </a:extLst>
          </p:cNvPr>
          <p:cNvSpPr/>
          <p:nvPr/>
        </p:nvSpPr>
        <p:spPr>
          <a:xfrm>
            <a:off x="5435600" y="6858000"/>
            <a:ext cx="50800" cy="152400"/>
          </a:xfrm>
          <a:prstGeom prst="rect">
            <a:avLst/>
          </a:prstGeom>
          <a:solidFill>
            <a:srgbClr val="28576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rect_147">
            <a:extLst>
              <a:ext uri="{FF2B5EF4-FFF2-40B4-BE49-F238E27FC236}">
                <a16:creationId xmlns:a16="http://schemas.microsoft.com/office/drawing/2014/main" id="{3FCFDECE-838C-D670-F76F-0866A5D9CAE5}"/>
              </a:ext>
            </a:extLst>
          </p:cNvPr>
          <p:cNvSpPr/>
          <p:nvPr/>
        </p:nvSpPr>
        <p:spPr>
          <a:xfrm>
            <a:off x="5486400" y="6858000"/>
            <a:ext cx="50800" cy="152400"/>
          </a:xfrm>
          <a:prstGeom prst="rect">
            <a:avLst/>
          </a:prstGeom>
          <a:solidFill>
            <a:srgbClr val="2555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rect_148">
            <a:extLst>
              <a:ext uri="{FF2B5EF4-FFF2-40B4-BE49-F238E27FC236}">
                <a16:creationId xmlns:a16="http://schemas.microsoft.com/office/drawing/2014/main" id="{98F48E53-F731-8F99-A951-00C1326006E0}"/>
              </a:ext>
            </a:extLst>
          </p:cNvPr>
          <p:cNvSpPr/>
          <p:nvPr/>
        </p:nvSpPr>
        <p:spPr>
          <a:xfrm>
            <a:off x="5537200" y="6858000"/>
            <a:ext cx="50800" cy="152400"/>
          </a:xfrm>
          <a:prstGeom prst="rect">
            <a:avLst/>
          </a:prstGeom>
          <a:solidFill>
            <a:srgbClr val="225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rect_149">
            <a:extLst>
              <a:ext uri="{FF2B5EF4-FFF2-40B4-BE49-F238E27FC236}">
                <a16:creationId xmlns:a16="http://schemas.microsoft.com/office/drawing/2014/main" id="{3AE6A794-1093-9B36-07F4-3A3CC83089CD}"/>
              </a:ext>
            </a:extLst>
          </p:cNvPr>
          <p:cNvSpPr/>
          <p:nvPr/>
        </p:nvSpPr>
        <p:spPr>
          <a:xfrm>
            <a:off x="5588000" y="6858000"/>
            <a:ext cx="50800" cy="152400"/>
          </a:xfrm>
          <a:prstGeom prst="rect">
            <a:avLst/>
          </a:prstGeom>
          <a:solidFill>
            <a:srgbClr val="1F50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rect_150">
            <a:extLst>
              <a:ext uri="{FF2B5EF4-FFF2-40B4-BE49-F238E27FC236}">
                <a16:creationId xmlns:a16="http://schemas.microsoft.com/office/drawing/2014/main" id="{9AA4CDEC-9CFA-0A17-ECCB-405B75C7E7B5}"/>
              </a:ext>
            </a:extLst>
          </p:cNvPr>
          <p:cNvSpPr/>
          <p:nvPr/>
        </p:nvSpPr>
        <p:spPr>
          <a:xfrm>
            <a:off x="5638800" y="6858000"/>
            <a:ext cx="50800" cy="152400"/>
          </a:xfrm>
          <a:prstGeom prst="rect">
            <a:avLst/>
          </a:prstGeom>
          <a:solidFill>
            <a:srgbClr val="1B4D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rect_151">
            <a:extLst>
              <a:ext uri="{FF2B5EF4-FFF2-40B4-BE49-F238E27FC236}">
                <a16:creationId xmlns:a16="http://schemas.microsoft.com/office/drawing/2014/main" id="{99D4A7BC-578E-CB54-EF8B-782EB608E4D5}"/>
              </a:ext>
            </a:extLst>
          </p:cNvPr>
          <p:cNvSpPr/>
          <p:nvPr/>
        </p:nvSpPr>
        <p:spPr>
          <a:xfrm>
            <a:off x="5689600" y="6858000"/>
            <a:ext cx="50800" cy="152400"/>
          </a:xfrm>
          <a:prstGeom prst="rect">
            <a:avLst/>
          </a:prstGeom>
          <a:solidFill>
            <a:srgbClr val="184B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rect_152">
            <a:extLst>
              <a:ext uri="{FF2B5EF4-FFF2-40B4-BE49-F238E27FC236}">
                <a16:creationId xmlns:a16="http://schemas.microsoft.com/office/drawing/2014/main" id="{246D9464-087B-571B-8168-0EA5B5EA8AB8}"/>
              </a:ext>
            </a:extLst>
          </p:cNvPr>
          <p:cNvSpPr/>
          <p:nvPr/>
        </p:nvSpPr>
        <p:spPr>
          <a:xfrm>
            <a:off x="5740400" y="6858000"/>
            <a:ext cx="50800" cy="152400"/>
          </a:xfrm>
          <a:prstGeom prst="rect">
            <a:avLst/>
          </a:prstGeom>
          <a:solidFill>
            <a:srgbClr val="1548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rect_153">
            <a:extLst>
              <a:ext uri="{FF2B5EF4-FFF2-40B4-BE49-F238E27FC236}">
                <a16:creationId xmlns:a16="http://schemas.microsoft.com/office/drawing/2014/main" id="{991D5697-F89C-1BA7-06DE-5F577B6716B5}"/>
              </a:ext>
            </a:extLst>
          </p:cNvPr>
          <p:cNvSpPr/>
          <p:nvPr/>
        </p:nvSpPr>
        <p:spPr>
          <a:xfrm>
            <a:off x="5791200" y="6858000"/>
            <a:ext cx="50800" cy="152400"/>
          </a:xfrm>
          <a:prstGeom prst="rect">
            <a:avLst/>
          </a:prstGeom>
          <a:solidFill>
            <a:srgbClr val="1246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rect_154">
            <a:extLst>
              <a:ext uri="{FF2B5EF4-FFF2-40B4-BE49-F238E27FC236}">
                <a16:creationId xmlns:a16="http://schemas.microsoft.com/office/drawing/2014/main" id="{D23BDC40-636E-BD5D-F813-B388BCE27F9C}"/>
              </a:ext>
            </a:extLst>
          </p:cNvPr>
          <p:cNvSpPr/>
          <p:nvPr/>
        </p:nvSpPr>
        <p:spPr>
          <a:xfrm>
            <a:off x="5842000" y="6858000"/>
            <a:ext cx="50800" cy="152400"/>
          </a:xfrm>
          <a:prstGeom prst="rect">
            <a:avLst/>
          </a:prstGeom>
          <a:solidFill>
            <a:srgbClr val="0F43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rect_155">
            <a:extLst>
              <a:ext uri="{FF2B5EF4-FFF2-40B4-BE49-F238E27FC236}">
                <a16:creationId xmlns:a16="http://schemas.microsoft.com/office/drawing/2014/main" id="{A4F05484-B77F-281B-D0CA-B03275C58330}"/>
              </a:ext>
            </a:extLst>
          </p:cNvPr>
          <p:cNvSpPr/>
          <p:nvPr/>
        </p:nvSpPr>
        <p:spPr>
          <a:xfrm>
            <a:off x="5892800" y="6858000"/>
            <a:ext cx="50800" cy="152400"/>
          </a:xfrm>
          <a:prstGeom prst="rect">
            <a:avLst/>
          </a:prstGeom>
          <a:solidFill>
            <a:srgbClr val="0C4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rect_156">
            <a:extLst>
              <a:ext uri="{FF2B5EF4-FFF2-40B4-BE49-F238E27FC236}">
                <a16:creationId xmlns:a16="http://schemas.microsoft.com/office/drawing/2014/main" id="{A86F4A16-EB63-4F03-EE71-2AEE519B55D8}"/>
              </a:ext>
            </a:extLst>
          </p:cNvPr>
          <p:cNvSpPr/>
          <p:nvPr/>
        </p:nvSpPr>
        <p:spPr>
          <a:xfrm>
            <a:off x="5943600" y="6858000"/>
            <a:ext cx="50800" cy="152400"/>
          </a:xfrm>
          <a:prstGeom prst="rect">
            <a:avLst/>
          </a:prstGeom>
          <a:solidFill>
            <a:srgbClr val="093F4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rect_157">
            <a:extLst>
              <a:ext uri="{FF2B5EF4-FFF2-40B4-BE49-F238E27FC236}">
                <a16:creationId xmlns:a16="http://schemas.microsoft.com/office/drawing/2014/main" id="{1F851807-B77B-AD6A-544C-85738CA76258}"/>
              </a:ext>
            </a:extLst>
          </p:cNvPr>
          <p:cNvSpPr/>
          <p:nvPr/>
        </p:nvSpPr>
        <p:spPr>
          <a:xfrm>
            <a:off x="5994400" y="6858000"/>
            <a:ext cx="50800" cy="152400"/>
          </a:xfrm>
          <a:prstGeom prst="rect">
            <a:avLst/>
          </a:prstGeom>
          <a:solidFill>
            <a:srgbClr val="063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rect_158">
            <a:extLst>
              <a:ext uri="{FF2B5EF4-FFF2-40B4-BE49-F238E27FC236}">
                <a16:creationId xmlns:a16="http://schemas.microsoft.com/office/drawing/2014/main" id="{86E14DF3-150D-880A-DA9A-EC677125759A}"/>
              </a:ext>
            </a:extLst>
          </p:cNvPr>
          <p:cNvSpPr/>
          <p:nvPr/>
        </p:nvSpPr>
        <p:spPr>
          <a:xfrm>
            <a:off x="6045200" y="6858000"/>
            <a:ext cx="50800" cy="152400"/>
          </a:xfrm>
          <a:prstGeom prst="rect">
            <a:avLst/>
          </a:prstGeom>
          <a:solidFill>
            <a:srgbClr val="03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text_159">
            <a:extLst>
              <a:ext uri="{FF2B5EF4-FFF2-40B4-BE49-F238E27FC236}">
                <a16:creationId xmlns:a16="http://schemas.microsoft.com/office/drawing/2014/main" id="{78788207-8BB5-D878-FB5B-DBFB503E3E39}"/>
              </a:ext>
            </a:extLst>
          </p:cNvPr>
          <p:cNvSpPr txBox="1"/>
          <p:nvPr/>
        </p:nvSpPr>
        <p:spPr>
          <a:xfrm>
            <a:off x="3505200" y="7073900"/>
            <a:ext cx="317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161" name="text_160">
            <a:extLst>
              <a:ext uri="{FF2B5EF4-FFF2-40B4-BE49-F238E27FC236}">
                <a16:creationId xmlns:a16="http://schemas.microsoft.com/office/drawing/2014/main" id="{CC5A0A05-60EC-307A-55D8-DC6332D6CB99}"/>
              </a:ext>
            </a:extLst>
          </p:cNvPr>
          <p:cNvSpPr txBox="1"/>
          <p:nvPr/>
        </p:nvSpPr>
        <p:spPr>
          <a:xfrm>
            <a:off x="5918200" y="7073900"/>
            <a:ext cx="317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1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162" name="text_161">
            <a:extLst>
              <a:ext uri="{FF2B5EF4-FFF2-40B4-BE49-F238E27FC236}">
                <a16:creationId xmlns:a16="http://schemas.microsoft.com/office/drawing/2014/main" id="{2A697AC9-7D2A-DDDB-05A0-ABC5CCBA4EA6}"/>
              </a:ext>
            </a:extLst>
          </p:cNvPr>
          <p:cNvSpPr txBox="1"/>
          <p:nvPr/>
        </p:nvSpPr>
        <p:spPr>
          <a:xfrm>
            <a:off x="7048500" y="6807199"/>
            <a:ext cx="47625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>
                <a:solidFill>
                  <a:srgbClr val="626262"/>
                </a:solidFill>
                <a:latin typeface="Arial" panose="020B0604020202020204" pitchFamily="34" charset="0"/>
              </a:rPr>
              <a:t>D cells reserved
Label colour changes to white at AP ≥ 0.50</a:t>
            </a:r>
            <a:endParaRPr lang="zh-CN" altLang="en-US" sz="110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sp>
        <p:nvSpPr>
          <p:cNvPr id="163" name="text_162">
            <a:extLst>
              <a:ext uri="{FF2B5EF4-FFF2-40B4-BE49-F238E27FC236}">
                <a16:creationId xmlns:a16="http://schemas.microsoft.com/office/drawing/2014/main" id="{621A70BF-A94E-47C5-7671-E0D484A1349C}"/>
              </a:ext>
            </a:extLst>
          </p:cNvPr>
          <p:cNvSpPr txBox="1"/>
          <p:nvPr/>
        </p:nvSpPr>
        <p:spPr>
          <a:xfrm>
            <a:off x="355600" y="7683499"/>
            <a:ext cx="11480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0">
                <a:solidFill>
                  <a:srgbClr val="626262"/>
                </a:solidFill>
                <a:latin typeface="Arial" panose="020B0604020202020204" pitchFamily="34" charset="0"/>
              </a:rPr>
              <a:t>Epoch 300 (last.pt), dev61. Both panels use the same colour scale. Detector labels denote model family and size.</a:t>
            </a:r>
            <a:endParaRPr lang="zh-CN" altLang="en-US" sz="105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077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自定义</PresentationFormat>
  <Paragraphs>66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zhangyizhou@connect.hku.hk</dc:creator>
  <cp:lastModifiedBy>zhangyizhou@connect.hku.hk</cp:lastModifiedBy>
  <cp:revision>1</cp:revision>
  <dcterms:created xsi:type="dcterms:W3CDTF">2026-10-06T08:47:13Z</dcterms:created>
  <dcterms:modified xsi:type="dcterms:W3CDTF">2026-10-06T08:47:13Z</dcterms:modified>
</cp:coreProperties>
</file>