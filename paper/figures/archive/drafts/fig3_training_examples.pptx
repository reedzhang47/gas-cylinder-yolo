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Layouts/slideLayout.xml" ContentType="application/vnd.openxmlformats-officedocument.presentationml.slideLayout+xml"/>
  <Override PartName="/ppt/slideLayouts/slideMasters/slideMaster.xml" ContentType="application/vnd.openxmlformats-officedocument.presentationml.slideMaster+xml"/>
  <Override PartName="/ppt/slideLayouts/slideMasters/theme/theme.xml" ContentType="application/vnd.openxmlformats-officedocument.theme+xml"/>
  <Override PartName="/ppt/slides/slide.xml" ContentType="application/vnd.openxmlformats-officedocument.presentationml.slide+xml"/>
</Types>
</file>

<file path=_rels/.rels><?xml version="1.0" encoding="UTF-8"?><Relationships xmlns="http://schemas.openxmlformats.org/package/2006/relationships"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00815e2714da42da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10024"/>
  </p:sldIdLst>
  <p:sldSz cx="9144000" cy="6400800" type="custom"/>
  <p:notesSz cx="9144000" cy="6400800"/>
  <p:embeddedFontLst>
    <p:embeddedFont>
      <p:font typeface="Arial-BoldMT" charset="1"/>
      <p:regular xmlns:r="http://schemas.openxmlformats.org/officeDocument/2006/relationships" r:id="rId158"/>
    </p:embeddedFont>
    <p:embeddedFont>
      <p:font typeface="ArialMT" charset="1"/>
      <p:regular xmlns:r="http://schemas.openxmlformats.org/officeDocument/2006/relationships" r:id="rId162"/>
    </p:embeddedFont>
  </p:embeddedFontLst>
  <p:defaultTextStyle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Layouts/slideMasters/slideMaster.xml"/><Relationship Id="rId3" Type="http://schemas.openxmlformats.org/officeDocument/2006/relationships/theme" Target="slideLayouts/slideMasters/theme/theme.xml"/><Relationship Id="rId158" Type="http://schemas.openxmlformats.org/officeDocument/2006/relationships/font" Target="fonts/font1.fntdata"/><Relationship Id="rId162" Type="http://schemas.openxmlformats.org/officeDocument/2006/relationships/font" Target="fonts/font2.fntdata"/><Relationship Id="R10024" Type="http://schemas.openxmlformats.org/officeDocument/2006/relationships/slide" Target="slides/slide.xml"/></Relationships>
</file>

<file path=ppt/slideLayouts/_rels/slideLayout.xml.rels><?xml version="1.0" encoding="UTF-8"?><Relationships xmlns="http://schemas.openxmlformats.org/package/2006/relationships"><Relationship Id="rId1" Type="http://schemas.openxmlformats.org/officeDocument/2006/relationships/slideMaster" Target="slideMasters/slideMaster.xml"/></Relationships>
</file>

<file path=ppt/slideLayouts/slideLayout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.xml.rels><?xml version="1.0" encoding="UTF-8"?><Relationships xmlns="http://schemas.openxmlformats.org/package/2006/relationships"><Relationship Id="rId1" Type="http://schemas.openxmlformats.org/officeDocument/2006/relationships/slideLayout" Target="../slideLayout.xml"/><Relationship Id="rId3" Type="http://schemas.openxmlformats.org/officeDocument/2006/relationships/theme" Target="theme/theme.xml"/></Relationships>
</file>

<file path=ppt/slideLayouts/slideMasters/slideMaster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Layouts/slideMasters/theme/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s/_rels/slide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1" Type="http://schemas.openxmlformats.org/officeDocument/2006/relationships/image" Target="../media/image101.png"/><Relationship Id="rId106" Type="http://schemas.openxmlformats.org/officeDocument/2006/relationships/image" Target="../media/image106.png"/><Relationship Id="rId107" Type="http://schemas.openxmlformats.org/officeDocument/2006/relationships/image" Target="../media/image107.png"/><Relationship Id="rId110" Type="http://schemas.openxmlformats.org/officeDocument/2006/relationships/image" Target="../media/image110.png"/><Relationship Id="rId111" Type="http://schemas.openxmlformats.org/officeDocument/2006/relationships/image" Target="../media/image111.png"/><Relationship Id="rId118" Type="http://schemas.openxmlformats.org/officeDocument/2006/relationships/image" Target="../media/image118.png"/><Relationship Id="rId119" Type="http://schemas.openxmlformats.org/officeDocument/2006/relationships/image" Target="../media/image119.png"/><Relationship Id="rId122" Type="http://schemas.openxmlformats.org/officeDocument/2006/relationships/image" Target="../media/image122.png"/><Relationship Id="rId123" Type="http://schemas.openxmlformats.org/officeDocument/2006/relationships/image" Target="../media/image123.png"/><Relationship Id="rId126" Type="http://schemas.openxmlformats.org/officeDocument/2006/relationships/image" Target="../media/image126.png"/><Relationship Id="rId127" Type="http://schemas.openxmlformats.org/officeDocument/2006/relationships/image" Target="../media/image127.png"/><Relationship Id="rId128" Type="http://schemas.openxmlformats.org/officeDocument/2006/relationships/image" Target="../media/image128.png"/><Relationship Id="rId129" Type="http://schemas.openxmlformats.org/officeDocument/2006/relationships/image" Target="../media/image129.png"/><Relationship Id="rId138" Type="http://schemas.openxmlformats.org/officeDocument/2006/relationships/image" Target="../media/image138.png"/><Relationship Id="rId139" Type="http://schemas.openxmlformats.org/officeDocument/2006/relationships/image" Target="../media/image139.png"/><Relationship Id="rId148" Type="http://schemas.openxmlformats.org/officeDocument/2006/relationships/image" Target="../media/image148.png"/><Relationship Id="rId149" Type="http://schemas.openxmlformats.org/officeDocument/2006/relationships/image" Target="../media/image149.png"/><Relationship Id="rId150" Type="http://schemas.openxmlformats.org/officeDocument/2006/relationships/image" Target="../media/image150.png"/></Relationships>
</file>

<file path=ppt/slides/slid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00" name="Freeform 100"/>
          <p:cNvSpPr/>
          <p:nvPr/>
        </p:nvSpPr>
        <p:spPr>
          <a:xfrm rot="0" flipH="0" flipV="0">
            <a:off x="0" y="0"/>
            <a:ext cx="9144000" cy="6400800"/>
          </a:xfrm>
          <a:custGeom>
            <a:pathLst>
              <a:path w="9144000" h="6400800">
                <a:moveTo>
                  <a:pt x="0" y="6400800"/>
                </a:moveTo>
                <a:lnTo>
                  <a:pt x="9144000" y="640080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1" name="Picture 101"/>
          <p:cNvPicPr>
            <a:picLocks noChangeAspect="0" noChangeArrowheads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20040" y="960121"/>
            <a:ext cx="1975104" cy="1188719"/>
          </a:xfrm>
          <a:prstGeom prst="rect">
            <a:avLst/>
          </a:prstGeom>
          <a:noFill/>
          <a:extLst/>
        </p:spPr>
      </p:pic>
      <p:sp>
        <p:nvSpPr>
          <p:cNvPr id="102" name="Freeform 102"/>
          <p:cNvSpPr/>
          <p:nvPr/>
        </p:nvSpPr>
        <p:spPr>
          <a:xfrm rot="0" flipH="0" flipV="0">
            <a:off x="549094" y="1366240"/>
            <a:ext cx="1114419" cy="599510"/>
          </a:xfrm>
          <a:custGeom>
            <a:pathLst>
              <a:path w="1114419" h="599510">
                <a:moveTo>
                  <a:pt x="0" y="0"/>
                </a:moveTo>
                <a:lnTo>
                  <a:pt x="1114419" y="0"/>
                </a:lnTo>
                <a:lnTo>
                  <a:pt x="1114419" y="599510"/>
                </a:lnTo>
                <a:lnTo>
                  <a:pt x="0" y="599510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" name="Freeform 103"/>
          <p:cNvSpPr/>
          <p:nvPr/>
        </p:nvSpPr>
        <p:spPr>
          <a:xfrm rot="0" flipH="0" flipV="0">
            <a:off x="549094" y="1366240"/>
            <a:ext cx="1114419" cy="599510"/>
          </a:xfrm>
          <a:custGeom>
            <a:pathLst>
              <a:path w="1114419" h="599510">
                <a:moveTo>
                  <a:pt x="0" y="0"/>
                </a:moveTo>
                <a:lnTo>
                  <a:pt x="1114419" y="0"/>
                </a:lnTo>
                <a:lnTo>
                  <a:pt x="1114419" y="599510"/>
                </a:lnTo>
                <a:lnTo>
                  <a:pt x="0" y="599510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" name="Freeform 104"/>
          <p:cNvSpPr/>
          <p:nvPr/>
        </p:nvSpPr>
        <p:spPr>
          <a:xfrm rot="0" flipH="0" flipV="0">
            <a:off x="1229021" y="1063113"/>
            <a:ext cx="189496" cy="543876"/>
          </a:xfrm>
          <a:custGeom>
            <a:pathLst>
              <a:path w="189496" h="543876">
                <a:moveTo>
                  <a:pt x="0" y="0"/>
                </a:moveTo>
                <a:lnTo>
                  <a:pt x="189496" y="0"/>
                </a:lnTo>
                <a:lnTo>
                  <a:pt x="189496" y="543876"/>
                </a:lnTo>
                <a:lnTo>
                  <a:pt x="0" y="543876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" name="Freeform 105"/>
          <p:cNvSpPr/>
          <p:nvPr/>
        </p:nvSpPr>
        <p:spPr>
          <a:xfrm rot="0" flipH="0" flipV="0">
            <a:off x="1229021" y="1063113"/>
            <a:ext cx="189496" cy="543876"/>
          </a:xfrm>
          <a:custGeom>
            <a:pathLst>
              <a:path w="189496" h="543876">
                <a:moveTo>
                  <a:pt x="0" y="0"/>
                </a:moveTo>
                <a:lnTo>
                  <a:pt x="189496" y="0"/>
                </a:lnTo>
                <a:lnTo>
                  <a:pt x="189496" y="543876"/>
                </a:lnTo>
                <a:lnTo>
                  <a:pt x="0" y="543876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6" name="Picture 106"/>
          <p:cNvPicPr>
            <a:picLocks noChangeAspect="0" noChangeArrowheads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07340" y="942849"/>
            <a:ext cx="2000504" cy="1218691"/>
          </a:xfrm>
          <a:prstGeom prst="rect">
            <a:avLst/>
          </a:prstGeom>
          <a:noFill/>
          <a:extLst/>
        </p:spPr>
      </p:pic>
      <p:pic>
        <p:nvPicPr>
          <p:cNvPr id="107" name="Picture 107"/>
          <p:cNvPicPr>
            <a:picLocks noChangeAspect="0" noChangeArrowheads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2496311" y="960121"/>
            <a:ext cx="1975104" cy="1188719"/>
          </a:xfrm>
          <a:prstGeom prst="rect">
            <a:avLst/>
          </a:prstGeom>
          <a:noFill/>
          <a:extLst/>
        </p:spPr>
      </p:pic>
      <p:sp>
        <p:nvSpPr>
          <p:cNvPr id="108" name="Freeform 108"/>
          <p:cNvSpPr/>
          <p:nvPr/>
        </p:nvSpPr>
        <p:spPr>
          <a:xfrm rot="0" flipH="0" flipV="0">
            <a:off x="3157690" y="1278237"/>
            <a:ext cx="1120329" cy="691883"/>
          </a:xfrm>
          <a:custGeom>
            <a:pathLst>
              <a:path w="1120329" h="691883">
                <a:moveTo>
                  <a:pt x="0" y="0"/>
                </a:moveTo>
                <a:lnTo>
                  <a:pt x="1120329" y="0"/>
                </a:lnTo>
                <a:lnTo>
                  <a:pt x="1120329" y="691883"/>
                </a:lnTo>
                <a:lnTo>
                  <a:pt x="0" y="691883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" name="Freeform 109"/>
          <p:cNvSpPr/>
          <p:nvPr/>
        </p:nvSpPr>
        <p:spPr>
          <a:xfrm rot="0" flipH="0" flipV="0">
            <a:off x="3157690" y="1278237"/>
            <a:ext cx="1120329" cy="691883"/>
          </a:xfrm>
          <a:custGeom>
            <a:pathLst>
              <a:path w="1120329" h="691883">
                <a:moveTo>
                  <a:pt x="0" y="0"/>
                </a:moveTo>
                <a:lnTo>
                  <a:pt x="1120329" y="0"/>
                </a:lnTo>
                <a:lnTo>
                  <a:pt x="1120329" y="691883"/>
                </a:lnTo>
                <a:lnTo>
                  <a:pt x="0" y="691883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0" name="Picture 110"/>
          <p:cNvPicPr>
            <a:picLocks noChangeAspect="0" noChangeArrowheads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2476500" y="942849"/>
            <a:ext cx="2006600" cy="1228851"/>
          </a:xfrm>
          <a:prstGeom prst="rect">
            <a:avLst/>
          </a:prstGeom>
          <a:noFill/>
          <a:extLst/>
        </p:spPr>
      </p:pic>
      <p:pic>
        <p:nvPicPr>
          <p:cNvPr id="111" name="Picture 111"/>
          <p:cNvPicPr>
            <a:picLocks noChangeAspect="0" noChangeArrowheads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672584" y="960121"/>
            <a:ext cx="1975104" cy="1188719"/>
          </a:xfrm>
          <a:prstGeom prst="rect">
            <a:avLst/>
          </a:prstGeom>
          <a:noFill/>
          <a:extLst/>
        </p:spPr>
      </p:pic>
      <p:sp>
        <p:nvSpPr>
          <p:cNvPr id="112" name="Freeform 112"/>
          <p:cNvSpPr/>
          <p:nvPr/>
        </p:nvSpPr>
        <p:spPr>
          <a:xfrm rot="0" flipH="0" flipV="0">
            <a:off x="5098076" y="1336136"/>
            <a:ext cx="127815" cy="621545"/>
          </a:xfrm>
          <a:custGeom>
            <a:pathLst>
              <a:path w="127815" h="621545">
                <a:moveTo>
                  <a:pt x="0" y="0"/>
                </a:moveTo>
                <a:lnTo>
                  <a:pt x="127815" y="0"/>
                </a:lnTo>
                <a:lnTo>
                  <a:pt x="127815" y="621545"/>
                </a:lnTo>
                <a:lnTo>
                  <a:pt x="0" y="621545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" name="Freeform 113"/>
          <p:cNvSpPr/>
          <p:nvPr/>
        </p:nvSpPr>
        <p:spPr>
          <a:xfrm rot="0" flipH="0" flipV="0">
            <a:off x="5098076" y="1336136"/>
            <a:ext cx="127815" cy="621545"/>
          </a:xfrm>
          <a:custGeom>
            <a:pathLst>
              <a:path w="127815" h="621545">
                <a:moveTo>
                  <a:pt x="0" y="0"/>
                </a:moveTo>
                <a:lnTo>
                  <a:pt x="127815" y="0"/>
                </a:lnTo>
                <a:lnTo>
                  <a:pt x="127815" y="621545"/>
                </a:lnTo>
                <a:lnTo>
                  <a:pt x="0" y="621545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4" name="Freeform 114"/>
          <p:cNvSpPr/>
          <p:nvPr/>
        </p:nvSpPr>
        <p:spPr>
          <a:xfrm rot="0" flipH="0" flipV="0">
            <a:off x="5198675" y="1322655"/>
            <a:ext cx="121482" cy="624216"/>
          </a:xfrm>
          <a:custGeom>
            <a:pathLst>
              <a:path w="121482" h="624216">
                <a:moveTo>
                  <a:pt x="0" y="0"/>
                </a:moveTo>
                <a:lnTo>
                  <a:pt x="121482" y="0"/>
                </a:lnTo>
                <a:lnTo>
                  <a:pt x="121482" y="624216"/>
                </a:lnTo>
                <a:lnTo>
                  <a:pt x="0" y="624216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" name="Freeform 115"/>
          <p:cNvSpPr/>
          <p:nvPr/>
        </p:nvSpPr>
        <p:spPr>
          <a:xfrm rot="0" flipH="0" flipV="0">
            <a:off x="5198675" y="1322655"/>
            <a:ext cx="121482" cy="624216"/>
          </a:xfrm>
          <a:custGeom>
            <a:pathLst>
              <a:path w="121482" h="624216">
                <a:moveTo>
                  <a:pt x="0" y="0"/>
                </a:moveTo>
                <a:lnTo>
                  <a:pt x="121482" y="0"/>
                </a:lnTo>
                <a:lnTo>
                  <a:pt x="121482" y="624216"/>
                </a:lnTo>
                <a:lnTo>
                  <a:pt x="0" y="624216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" name="Freeform 116"/>
          <p:cNvSpPr/>
          <p:nvPr/>
        </p:nvSpPr>
        <p:spPr>
          <a:xfrm rot="0" flipH="0" flipV="0">
            <a:off x="4973966" y="1338177"/>
            <a:ext cx="133955" cy="641799"/>
          </a:xfrm>
          <a:custGeom>
            <a:pathLst>
              <a:path w="133955" h="641799">
                <a:moveTo>
                  <a:pt x="0" y="0"/>
                </a:moveTo>
                <a:lnTo>
                  <a:pt x="133955" y="0"/>
                </a:lnTo>
                <a:lnTo>
                  <a:pt x="133955" y="641799"/>
                </a:lnTo>
                <a:lnTo>
                  <a:pt x="0" y="641799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" name="Freeform 117"/>
          <p:cNvSpPr/>
          <p:nvPr/>
        </p:nvSpPr>
        <p:spPr>
          <a:xfrm rot="0" flipH="0" flipV="0">
            <a:off x="4973966" y="1338177"/>
            <a:ext cx="133955" cy="641799"/>
          </a:xfrm>
          <a:custGeom>
            <a:pathLst>
              <a:path w="133955" h="641799">
                <a:moveTo>
                  <a:pt x="0" y="0"/>
                </a:moveTo>
                <a:lnTo>
                  <a:pt x="133955" y="0"/>
                </a:lnTo>
                <a:lnTo>
                  <a:pt x="133955" y="641799"/>
                </a:lnTo>
                <a:lnTo>
                  <a:pt x="0" y="641799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8" name="Picture 118"/>
          <p:cNvPicPr>
            <a:picLocks noChangeAspect="0" noChangeArrowheads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648200" y="889000"/>
            <a:ext cx="4178300" cy="1333500"/>
          </a:xfrm>
          <a:prstGeom prst="rect">
            <a:avLst/>
          </a:prstGeom>
          <a:noFill/>
          <a:extLst/>
        </p:spPr>
      </p:pic>
      <p:pic>
        <p:nvPicPr>
          <p:cNvPr id="119" name="Picture 119"/>
          <p:cNvPicPr>
            <a:picLocks noChangeAspect="0" noChangeArrowheads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20040" y="2496313"/>
            <a:ext cx="1975104" cy="1188719"/>
          </a:xfrm>
          <a:prstGeom prst="rect">
            <a:avLst/>
          </a:prstGeom>
          <a:noFill/>
          <a:extLst/>
        </p:spPr>
      </p:pic>
      <p:sp>
        <p:nvSpPr>
          <p:cNvPr id="120" name="Freeform 120"/>
          <p:cNvSpPr/>
          <p:nvPr/>
        </p:nvSpPr>
        <p:spPr>
          <a:xfrm rot="0" flipH="0" flipV="0">
            <a:off x="1597688" y="3275973"/>
            <a:ext cx="169939" cy="119273"/>
          </a:xfrm>
          <a:custGeom>
            <a:pathLst>
              <a:path w="169939" h="119273">
                <a:moveTo>
                  <a:pt x="0" y="0"/>
                </a:moveTo>
                <a:lnTo>
                  <a:pt x="169939" y="0"/>
                </a:lnTo>
                <a:lnTo>
                  <a:pt x="169939" y="119273"/>
                </a:lnTo>
                <a:lnTo>
                  <a:pt x="0" y="119273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" name="Freeform 121"/>
          <p:cNvSpPr/>
          <p:nvPr/>
        </p:nvSpPr>
        <p:spPr>
          <a:xfrm rot="0" flipH="0" flipV="0">
            <a:off x="1597688" y="3275973"/>
            <a:ext cx="169939" cy="119273"/>
          </a:xfrm>
          <a:custGeom>
            <a:pathLst>
              <a:path w="169939" h="119273">
                <a:moveTo>
                  <a:pt x="0" y="0"/>
                </a:moveTo>
                <a:lnTo>
                  <a:pt x="169939" y="0"/>
                </a:lnTo>
                <a:lnTo>
                  <a:pt x="169939" y="119273"/>
                </a:lnTo>
                <a:lnTo>
                  <a:pt x="0" y="119273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2" name="Picture 122"/>
          <p:cNvPicPr>
            <a:picLocks noChangeAspect="0" noChangeArrowheads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07340" y="2479041"/>
            <a:ext cx="2000504" cy="1218691"/>
          </a:xfrm>
          <a:prstGeom prst="rect">
            <a:avLst/>
          </a:prstGeom>
          <a:noFill/>
          <a:extLst/>
        </p:spPr>
      </p:pic>
      <p:pic>
        <p:nvPicPr>
          <p:cNvPr id="123" name="Picture 123"/>
          <p:cNvPicPr>
            <a:picLocks noChangeAspect="0" noChangeArrowheads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2496311" y="2496313"/>
            <a:ext cx="1975104" cy="1188719"/>
          </a:xfrm>
          <a:prstGeom prst="rect">
            <a:avLst/>
          </a:prstGeom>
          <a:noFill/>
          <a:extLst/>
        </p:spPr>
      </p:pic>
      <p:sp>
        <p:nvSpPr>
          <p:cNvPr id="124" name="Freeform 124"/>
          <p:cNvSpPr/>
          <p:nvPr/>
        </p:nvSpPr>
        <p:spPr>
          <a:xfrm rot="0" flipH="0" flipV="0">
            <a:off x="3023514" y="3269451"/>
            <a:ext cx="188825" cy="134214"/>
          </a:xfrm>
          <a:custGeom>
            <a:pathLst>
              <a:path w="188825" h="134214">
                <a:moveTo>
                  <a:pt x="0" y="0"/>
                </a:moveTo>
                <a:lnTo>
                  <a:pt x="188825" y="0"/>
                </a:lnTo>
                <a:lnTo>
                  <a:pt x="188825" y="134214"/>
                </a:lnTo>
                <a:lnTo>
                  <a:pt x="0" y="134214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5" name="Freeform 125"/>
          <p:cNvSpPr/>
          <p:nvPr/>
        </p:nvSpPr>
        <p:spPr>
          <a:xfrm rot="0" flipH="0" flipV="0">
            <a:off x="3023514" y="3269451"/>
            <a:ext cx="188825" cy="134214"/>
          </a:xfrm>
          <a:custGeom>
            <a:pathLst>
              <a:path w="188825" h="134214">
                <a:moveTo>
                  <a:pt x="0" y="0"/>
                </a:moveTo>
                <a:lnTo>
                  <a:pt x="188825" y="0"/>
                </a:lnTo>
                <a:lnTo>
                  <a:pt x="188825" y="134214"/>
                </a:lnTo>
                <a:lnTo>
                  <a:pt x="0" y="134214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6" name="Picture 126"/>
          <p:cNvPicPr>
            <a:picLocks noChangeAspect="0" noChangeArrowheads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2483611" y="2479041"/>
            <a:ext cx="2000504" cy="1218691"/>
          </a:xfrm>
          <a:prstGeom prst="rect">
            <a:avLst/>
          </a:prstGeom>
          <a:noFill/>
          <a:extLst/>
        </p:spPr>
      </p:pic>
      <p:pic>
        <p:nvPicPr>
          <p:cNvPr id="127" name="Picture 127"/>
          <p:cNvPicPr>
            <a:picLocks noChangeAspect="0" noChangeArrowheads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672584" y="2496313"/>
            <a:ext cx="1975104" cy="1188719"/>
          </a:xfrm>
          <a:prstGeom prst="rect">
            <a:avLst/>
          </a:prstGeom>
          <a:noFill/>
          <a:extLst/>
        </p:spPr>
      </p:pic>
      <p:pic>
        <p:nvPicPr>
          <p:cNvPr id="128" name="Picture 128"/>
          <p:cNvPicPr>
            <a:picLocks noChangeAspect="0" noChangeArrowheads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648200" y="2425700"/>
            <a:ext cx="4178300" cy="1333500"/>
          </a:xfrm>
          <a:prstGeom prst="rect">
            <a:avLst/>
          </a:prstGeom>
          <a:noFill/>
          <a:extLst/>
        </p:spPr>
      </p:pic>
      <p:pic>
        <p:nvPicPr>
          <p:cNvPr id="129" name="Picture 129"/>
          <p:cNvPicPr>
            <a:picLocks noChangeAspect="0" noChangeArrowheads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20040" y="4032505"/>
            <a:ext cx="1975104" cy="1188719"/>
          </a:xfrm>
          <a:prstGeom prst="rect">
            <a:avLst/>
          </a:prstGeom>
          <a:noFill/>
          <a:extLst/>
        </p:spPr>
      </p:pic>
      <p:sp>
        <p:nvSpPr>
          <p:cNvPr id="130" name="Freeform 130"/>
          <p:cNvSpPr/>
          <p:nvPr/>
        </p:nvSpPr>
        <p:spPr>
          <a:xfrm rot="0" flipH="0" flipV="0">
            <a:off x="922717" y="4317149"/>
            <a:ext cx="233665" cy="576065"/>
          </a:xfrm>
          <a:custGeom>
            <a:pathLst>
              <a:path w="233665" h="576065">
                <a:moveTo>
                  <a:pt x="0" y="0"/>
                </a:moveTo>
                <a:lnTo>
                  <a:pt x="233665" y="0"/>
                </a:lnTo>
                <a:lnTo>
                  <a:pt x="233665" y="576065"/>
                </a:lnTo>
                <a:lnTo>
                  <a:pt x="0" y="576065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" name="Freeform 131"/>
          <p:cNvSpPr/>
          <p:nvPr/>
        </p:nvSpPr>
        <p:spPr>
          <a:xfrm rot="0" flipH="0" flipV="0">
            <a:off x="922717" y="4317149"/>
            <a:ext cx="233665" cy="576065"/>
          </a:xfrm>
          <a:custGeom>
            <a:pathLst>
              <a:path w="233665" h="576065">
                <a:moveTo>
                  <a:pt x="0" y="0"/>
                </a:moveTo>
                <a:lnTo>
                  <a:pt x="233665" y="0"/>
                </a:lnTo>
                <a:lnTo>
                  <a:pt x="233665" y="576065"/>
                </a:lnTo>
                <a:lnTo>
                  <a:pt x="0" y="576065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" name="Freeform 132"/>
          <p:cNvSpPr/>
          <p:nvPr/>
        </p:nvSpPr>
        <p:spPr>
          <a:xfrm rot="0" flipH="0" flipV="0">
            <a:off x="1052370" y="4346166"/>
            <a:ext cx="286647" cy="695915"/>
          </a:xfrm>
          <a:custGeom>
            <a:pathLst>
              <a:path w="286647" h="695915">
                <a:moveTo>
                  <a:pt x="0" y="0"/>
                </a:moveTo>
                <a:lnTo>
                  <a:pt x="286647" y="0"/>
                </a:lnTo>
                <a:lnTo>
                  <a:pt x="286647" y="695915"/>
                </a:lnTo>
                <a:lnTo>
                  <a:pt x="0" y="695915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" name="Freeform 133"/>
          <p:cNvSpPr/>
          <p:nvPr/>
        </p:nvSpPr>
        <p:spPr>
          <a:xfrm rot="0" flipH="0" flipV="0">
            <a:off x="1052370" y="4346166"/>
            <a:ext cx="286647" cy="695915"/>
          </a:xfrm>
          <a:custGeom>
            <a:pathLst>
              <a:path w="286647" h="695915">
                <a:moveTo>
                  <a:pt x="0" y="0"/>
                </a:moveTo>
                <a:lnTo>
                  <a:pt x="286647" y="0"/>
                </a:lnTo>
                <a:lnTo>
                  <a:pt x="286647" y="695915"/>
                </a:lnTo>
                <a:lnTo>
                  <a:pt x="0" y="695915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" name="Freeform 134"/>
          <p:cNvSpPr/>
          <p:nvPr/>
        </p:nvSpPr>
        <p:spPr>
          <a:xfrm rot="0" flipH="0" flipV="0">
            <a:off x="1139133" y="4240103"/>
            <a:ext cx="222053" cy="572473"/>
          </a:xfrm>
          <a:custGeom>
            <a:pathLst>
              <a:path w="222053" h="572473">
                <a:moveTo>
                  <a:pt x="0" y="0"/>
                </a:moveTo>
                <a:lnTo>
                  <a:pt x="222053" y="0"/>
                </a:lnTo>
                <a:lnTo>
                  <a:pt x="222053" y="572473"/>
                </a:lnTo>
                <a:lnTo>
                  <a:pt x="0" y="572473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" name="Freeform 135"/>
          <p:cNvSpPr/>
          <p:nvPr/>
        </p:nvSpPr>
        <p:spPr>
          <a:xfrm rot="0" flipH="0" flipV="0">
            <a:off x="1139133" y="4240103"/>
            <a:ext cx="222053" cy="572473"/>
          </a:xfrm>
          <a:custGeom>
            <a:pathLst>
              <a:path w="222053" h="572473">
                <a:moveTo>
                  <a:pt x="0" y="0"/>
                </a:moveTo>
                <a:lnTo>
                  <a:pt x="222053" y="0"/>
                </a:lnTo>
                <a:lnTo>
                  <a:pt x="222053" y="572473"/>
                </a:lnTo>
                <a:lnTo>
                  <a:pt x="0" y="572473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6" name="Freeform 136"/>
          <p:cNvSpPr/>
          <p:nvPr/>
        </p:nvSpPr>
        <p:spPr>
          <a:xfrm rot="0" flipH="0" flipV="0">
            <a:off x="1332081" y="4284215"/>
            <a:ext cx="212523" cy="642167"/>
          </a:xfrm>
          <a:custGeom>
            <a:pathLst>
              <a:path w="212523" h="642167">
                <a:moveTo>
                  <a:pt x="0" y="0"/>
                </a:moveTo>
                <a:lnTo>
                  <a:pt x="212523" y="0"/>
                </a:lnTo>
                <a:lnTo>
                  <a:pt x="212523" y="642167"/>
                </a:lnTo>
                <a:lnTo>
                  <a:pt x="0" y="642167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" name="Freeform 137"/>
          <p:cNvSpPr/>
          <p:nvPr/>
        </p:nvSpPr>
        <p:spPr>
          <a:xfrm rot="0" flipH="0" flipV="0">
            <a:off x="1332081" y="4284215"/>
            <a:ext cx="212523" cy="642167"/>
          </a:xfrm>
          <a:custGeom>
            <a:pathLst>
              <a:path w="212523" h="642167">
                <a:moveTo>
                  <a:pt x="0" y="0"/>
                </a:moveTo>
                <a:lnTo>
                  <a:pt x="212523" y="0"/>
                </a:lnTo>
                <a:lnTo>
                  <a:pt x="212523" y="642167"/>
                </a:lnTo>
                <a:lnTo>
                  <a:pt x="0" y="642167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8" name="Picture 138"/>
          <p:cNvPicPr>
            <a:picLocks noChangeAspect="0" noChangeArrowheads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07340" y="4015233"/>
            <a:ext cx="2000504" cy="1218691"/>
          </a:xfrm>
          <a:prstGeom prst="rect">
            <a:avLst/>
          </a:prstGeom>
          <a:noFill/>
          <a:extLst/>
        </p:spPr>
      </p:pic>
      <p:pic>
        <p:nvPicPr>
          <p:cNvPr id="139" name="Picture 139"/>
          <p:cNvPicPr>
            <a:picLocks noChangeAspect="0" noChangeArrowheads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2496311" y="4032505"/>
            <a:ext cx="1975104" cy="1188719"/>
          </a:xfrm>
          <a:prstGeom prst="rect">
            <a:avLst/>
          </a:prstGeom>
          <a:noFill/>
          <a:extLst/>
        </p:spPr>
      </p:pic>
      <p:sp>
        <p:nvSpPr>
          <p:cNvPr id="140" name="Freeform 140"/>
          <p:cNvSpPr/>
          <p:nvPr/>
        </p:nvSpPr>
        <p:spPr>
          <a:xfrm rot="0" flipH="0" flipV="0">
            <a:off x="3708099" y="4382683"/>
            <a:ext cx="245452" cy="547453"/>
          </a:xfrm>
          <a:custGeom>
            <a:pathLst>
              <a:path w="245452" h="547453">
                <a:moveTo>
                  <a:pt x="0" y="0"/>
                </a:moveTo>
                <a:lnTo>
                  <a:pt x="245452" y="0"/>
                </a:lnTo>
                <a:lnTo>
                  <a:pt x="245452" y="547453"/>
                </a:lnTo>
                <a:lnTo>
                  <a:pt x="0" y="547453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" name="Freeform 141"/>
          <p:cNvSpPr/>
          <p:nvPr/>
        </p:nvSpPr>
        <p:spPr>
          <a:xfrm rot="0" flipH="0" flipV="0">
            <a:off x="3708099" y="4382683"/>
            <a:ext cx="245452" cy="547453"/>
          </a:xfrm>
          <a:custGeom>
            <a:pathLst>
              <a:path w="245452" h="547453">
                <a:moveTo>
                  <a:pt x="0" y="0"/>
                </a:moveTo>
                <a:lnTo>
                  <a:pt x="245452" y="0"/>
                </a:lnTo>
                <a:lnTo>
                  <a:pt x="245452" y="547453"/>
                </a:lnTo>
                <a:lnTo>
                  <a:pt x="0" y="547453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" name="Freeform 142"/>
          <p:cNvSpPr/>
          <p:nvPr/>
        </p:nvSpPr>
        <p:spPr>
          <a:xfrm rot="0" flipH="0" flipV="0">
            <a:off x="3537694" y="4413219"/>
            <a:ext cx="300625" cy="661463"/>
          </a:xfrm>
          <a:custGeom>
            <a:pathLst>
              <a:path w="300625" h="661463">
                <a:moveTo>
                  <a:pt x="0" y="0"/>
                </a:moveTo>
                <a:lnTo>
                  <a:pt x="300625" y="0"/>
                </a:lnTo>
                <a:lnTo>
                  <a:pt x="300625" y="661463"/>
                </a:lnTo>
                <a:lnTo>
                  <a:pt x="0" y="661463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" name="Freeform 143"/>
          <p:cNvSpPr/>
          <p:nvPr/>
        </p:nvSpPr>
        <p:spPr>
          <a:xfrm rot="0" flipH="0" flipV="0">
            <a:off x="3537694" y="4413219"/>
            <a:ext cx="300625" cy="661463"/>
          </a:xfrm>
          <a:custGeom>
            <a:pathLst>
              <a:path w="300625" h="661463">
                <a:moveTo>
                  <a:pt x="0" y="0"/>
                </a:moveTo>
                <a:lnTo>
                  <a:pt x="300625" y="0"/>
                </a:lnTo>
                <a:lnTo>
                  <a:pt x="300625" y="661463"/>
                </a:lnTo>
                <a:lnTo>
                  <a:pt x="0" y="661463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" name="Freeform 144"/>
          <p:cNvSpPr/>
          <p:nvPr/>
        </p:nvSpPr>
        <p:spPr>
          <a:xfrm rot="0" flipH="0" flipV="0">
            <a:off x="3512107" y="4315685"/>
            <a:ext cx="234373" cy="543786"/>
          </a:xfrm>
          <a:custGeom>
            <a:pathLst>
              <a:path w="234373" h="543786">
                <a:moveTo>
                  <a:pt x="0" y="0"/>
                </a:moveTo>
                <a:lnTo>
                  <a:pt x="234373" y="0"/>
                </a:lnTo>
                <a:lnTo>
                  <a:pt x="234373" y="543786"/>
                </a:lnTo>
                <a:lnTo>
                  <a:pt x="0" y="543786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5" name="Freeform 145"/>
          <p:cNvSpPr/>
          <p:nvPr/>
        </p:nvSpPr>
        <p:spPr>
          <a:xfrm rot="0" flipH="0" flipV="0">
            <a:off x="3512107" y="4315685"/>
            <a:ext cx="234373" cy="543786"/>
          </a:xfrm>
          <a:custGeom>
            <a:pathLst>
              <a:path w="234373" h="543786">
                <a:moveTo>
                  <a:pt x="0" y="0"/>
                </a:moveTo>
                <a:lnTo>
                  <a:pt x="234373" y="0"/>
                </a:lnTo>
                <a:lnTo>
                  <a:pt x="234373" y="543786"/>
                </a:lnTo>
                <a:lnTo>
                  <a:pt x="0" y="543786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" name="Freeform 146"/>
          <p:cNvSpPr/>
          <p:nvPr/>
        </p:nvSpPr>
        <p:spPr>
          <a:xfrm rot="0" flipH="0" flipV="0">
            <a:off x="3341640" y="4362004"/>
            <a:ext cx="228533" cy="609068"/>
          </a:xfrm>
          <a:custGeom>
            <a:pathLst>
              <a:path w="228533" h="609068">
                <a:moveTo>
                  <a:pt x="0" y="0"/>
                </a:moveTo>
                <a:lnTo>
                  <a:pt x="228533" y="0"/>
                </a:lnTo>
                <a:lnTo>
                  <a:pt x="228533" y="609068"/>
                </a:lnTo>
                <a:lnTo>
                  <a:pt x="0" y="609068"/>
                </a:lnTo>
                <a:lnTo>
                  <a:pt x="0" y="0"/>
                </a:lnTo>
                <a:close/>
              </a:path>
            </a:pathLst>
          </a:custGeom>
          <a:noFill/>
          <a:ln w="58419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" name="Freeform 147"/>
          <p:cNvSpPr/>
          <p:nvPr/>
        </p:nvSpPr>
        <p:spPr>
          <a:xfrm rot="0" flipH="0" flipV="0">
            <a:off x="3341640" y="4362004"/>
            <a:ext cx="228533" cy="609068"/>
          </a:xfrm>
          <a:custGeom>
            <a:pathLst>
              <a:path w="228533" h="609068">
                <a:moveTo>
                  <a:pt x="0" y="0"/>
                </a:moveTo>
                <a:lnTo>
                  <a:pt x="228533" y="0"/>
                </a:lnTo>
                <a:lnTo>
                  <a:pt x="228533" y="609068"/>
                </a:lnTo>
                <a:lnTo>
                  <a:pt x="0" y="609068"/>
                </a:lnTo>
                <a:lnTo>
                  <a:pt x="0" y="0"/>
                </a:lnTo>
                <a:close/>
              </a:path>
            </a:pathLst>
          </a:custGeom>
          <a:noFill/>
          <a:ln w="33019" cap="flat" cmpd="sng">
            <a:solidFill>
              <a:srgbClr val="D72F42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8" name="Picture 148"/>
          <p:cNvPicPr>
            <a:picLocks noChangeAspect="0" noChangeArrowheads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2483611" y="4015233"/>
            <a:ext cx="2000504" cy="1218691"/>
          </a:xfrm>
          <a:prstGeom prst="rect">
            <a:avLst/>
          </a:prstGeom>
          <a:noFill/>
          <a:extLst/>
        </p:spPr>
      </p:pic>
      <p:pic>
        <p:nvPicPr>
          <p:cNvPr id="149" name="Picture 149"/>
          <p:cNvPicPr>
            <a:picLocks noChangeAspect="0" noChangeArrowheads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672584" y="4032505"/>
            <a:ext cx="1975104" cy="1188719"/>
          </a:xfrm>
          <a:prstGeom prst="rect">
            <a:avLst/>
          </a:prstGeom>
          <a:noFill/>
          <a:extLst/>
        </p:spPr>
      </p:pic>
      <p:pic>
        <p:nvPicPr>
          <p:cNvPr id="150" name="Picture 150"/>
          <p:cNvPicPr>
            <a:picLocks noChangeAspect="0" noChangeArrowheads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648200" y="3962400"/>
            <a:ext cx="4178300" cy="1333500"/>
          </a:xfrm>
          <a:prstGeom prst="rect">
            <a:avLst/>
          </a:prstGeom>
          <a:noFill/>
          <a:extLst/>
        </p:spPr>
      </p:pic>
      <p:sp>
        <p:nvSpPr>
          <p:cNvPr id="151" name="Freeform 151"/>
          <p:cNvSpPr/>
          <p:nvPr/>
        </p:nvSpPr>
        <p:spPr>
          <a:xfrm rot="0" flipH="0" flipV="0">
            <a:off x="320040" y="422453"/>
            <a:ext cx="8503919" cy="0"/>
          </a:xfrm>
          <a:custGeom>
            <a:pathLst>
              <a:path w="8503919" h="0">
                <a:moveTo>
                  <a:pt x="0" y="0"/>
                </a:moveTo>
                <a:lnTo>
                  <a:pt x="8503919" y="0"/>
                </a:lnTo>
              </a:path>
            </a:pathLst>
          </a:custGeom>
          <a:noFill/>
          <a:ln w="11429" cap="sq" cmpd="sng">
            <a:solidFill>
              <a:srgbClr val="D2DFE6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" name="Freeform 152"/>
          <p:cNvSpPr/>
          <p:nvPr/>
        </p:nvSpPr>
        <p:spPr>
          <a:xfrm rot="0" flipH="0" flipV="0">
            <a:off x="320040" y="672085"/>
            <a:ext cx="1975104" cy="0"/>
          </a:xfrm>
          <a:custGeom>
            <a:pathLst>
              <a:path w="1975104" h="0">
                <a:moveTo>
                  <a:pt x="0" y="0"/>
                </a:moveTo>
                <a:lnTo>
                  <a:pt x="1975104" y="0"/>
                </a:lnTo>
              </a:path>
            </a:pathLst>
          </a:custGeom>
          <a:noFill/>
          <a:ln w="38100" cap="sq" cmpd="sng">
            <a:solidFill>
              <a:srgbClr val="426F96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" name="Freeform 153"/>
          <p:cNvSpPr/>
          <p:nvPr/>
        </p:nvSpPr>
        <p:spPr>
          <a:xfrm rot="0" flipH="0" flipV="0">
            <a:off x="2496311" y="672085"/>
            <a:ext cx="1975104" cy="0"/>
          </a:xfrm>
          <a:custGeom>
            <a:pathLst>
              <a:path w="1975104" h="0">
                <a:moveTo>
                  <a:pt x="0" y="0"/>
                </a:moveTo>
                <a:lnTo>
                  <a:pt x="1975104" y="0"/>
                </a:lnTo>
              </a:path>
            </a:pathLst>
          </a:custGeom>
          <a:noFill/>
          <a:ln w="38100" cap="sq" cmpd="sng">
            <a:solidFill>
              <a:srgbClr val="B88232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" name="Freeform 154"/>
          <p:cNvSpPr/>
          <p:nvPr/>
        </p:nvSpPr>
        <p:spPr>
          <a:xfrm rot="0" flipH="0" flipV="0">
            <a:off x="4672584" y="672085"/>
            <a:ext cx="1975104" cy="0"/>
          </a:xfrm>
          <a:custGeom>
            <a:pathLst>
              <a:path w="1975104" h="0">
                <a:moveTo>
                  <a:pt x="0" y="0"/>
                </a:moveTo>
                <a:lnTo>
                  <a:pt x="1975104" y="0"/>
                </a:lnTo>
              </a:path>
            </a:pathLst>
          </a:custGeom>
          <a:noFill/>
          <a:ln w="38100" cap="sq" cmpd="sng">
            <a:solidFill>
              <a:srgbClr val="178A93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" name="Freeform 155"/>
          <p:cNvSpPr/>
          <p:nvPr/>
        </p:nvSpPr>
        <p:spPr>
          <a:xfrm rot="0" flipH="0" flipV="0">
            <a:off x="6848856" y="672085"/>
            <a:ext cx="1975103" cy="0"/>
          </a:xfrm>
          <a:custGeom>
            <a:pathLst>
              <a:path w="1975103" h="0">
                <a:moveTo>
                  <a:pt x="0" y="0"/>
                </a:moveTo>
                <a:lnTo>
                  <a:pt x="1975103" y="0"/>
                </a:lnTo>
              </a:path>
            </a:pathLst>
          </a:custGeom>
          <a:noFill/>
          <a:ln w="38100" cap="sq" cmpd="sng">
            <a:solidFill>
              <a:srgbClr val="755CAD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" name="Freeform 156"/>
          <p:cNvSpPr/>
          <p:nvPr/>
        </p:nvSpPr>
        <p:spPr>
          <a:xfrm rot="0" flipH="0" flipV="0">
            <a:off x="320040" y="5792724"/>
            <a:ext cx="8503919" cy="0"/>
          </a:xfrm>
          <a:custGeom>
            <a:pathLst>
              <a:path w="8503919" h="0">
                <a:moveTo>
                  <a:pt x="0" y="0"/>
                </a:moveTo>
                <a:lnTo>
                  <a:pt x="8503919" y="0"/>
                </a:lnTo>
              </a:path>
            </a:pathLst>
          </a:custGeom>
          <a:noFill/>
          <a:ln w="11429" cap="sq" cmpd="sng">
            <a:solidFill>
              <a:srgbClr val="D2DFE6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" name="Rectangle 157"/>
          <p:cNvSpPr/>
          <p:nvPr/>
        </p:nvSpPr>
        <p:spPr>
          <a:xfrm rot="0" flipH="0" flipV="0">
            <a:off x="7470985" y="1358456"/>
            <a:ext cx="730841" cy="36036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1034"/>
            <a:r>
              <a:rPr lang="en-US" sz="1050" baseline="0" b="0" i="0" dirty="0" spc="0">
                <a:solidFill>
                  <a:srgbClr val="755CAD"/>
                </a:solidFill>
                <a:latin typeface="Arial-BoldMT" pitchFamily="0" charset="1"/>
              </a:rPr>
              <a:t>D SAMPLE</a:t>
            </a:r>
          </a:p>
          <a:p>
            <a:pPr marL="0">
              <a:lnSpc>
                <a:spcPts val="1428"/>
              </a:lnSpc>
            </a:pPr>
            <a:r>
              <a:rPr lang="en-US" sz="1050" baseline="0" b="0" i="0" dirty="0" spc="0">
                <a:solidFill>
                  <a:srgbClr val="755CAD"/>
                </a:solidFill>
                <a:latin typeface="Arial-BoldMT" pitchFamily="0" charset="1"/>
              </a:rPr>
              <a:t>RESE</a:t>
            </a:r>
            <a:r>
              <a:rPr lang="en-US" sz="1050" baseline="0" b="0" i="0" dirty="0" spc="-19">
                <a:solidFill>
                  <a:srgbClr val="755CAD"/>
                </a:solidFill>
                <a:latin typeface="Arial-BoldMT" pitchFamily="0" charset="1"/>
              </a:rPr>
              <a:t>R</a:t>
            </a:r>
            <a:r>
              <a:rPr lang="en-US" sz="1050" baseline="0" b="0" i="0" dirty="0" spc="0">
                <a:solidFill>
                  <a:srgbClr val="755CAD"/>
                </a:solidFill>
                <a:latin typeface="Arial-BoldMT" pitchFamily="0" charset="1"/>
              </a:rPr>
              <a:t>VED</a:t>
            </a:r>
          </a:p>
        </p:txBody>
      </p:sp>
      <p:sp>
        <p:nvSpPr>
          <p:cNvPr id="159" name="Rectangle 159"/>
          <p:cNvSpPr/>
          <p:nvPr/>
        </p:nvSpPr>
        <p:spPr>
          <a:xfrm rot="0" flipH="0" flipV="0">
            <a:off x="7470985" y="2894649"/>
            <a:ext cx="730841" cy="36036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1034"/>
            <a:r>
              <a:rPr lang="en-US" sz="1050" baseline="0" b="0" i="0" dirty="0" spc="0">
                <a:solidFill>
                  <a:srgbClr val="755CAD"/>
                </a:solidFill>
                <a:latin typeface="Arial-BoldMT" pitchFamily="0" charset="1"/>
              </a:rPr>
              <a:t>D SAMPLE</a:t>
            </a:r>
          </a:p>
          <a:p>
            <a:pPr marL="0">
              <a:lnSpc>
                <a:spcPts val="1428"/>
              </a:lnSpc>
            </a:pPr>
            <a:r>
              <a:rPr lang="en-US" sz="1050" baseline="0" b="0" i="0" dirty="0" spc="0">
                <a:solidFill>
                  <a:srgbClr val="755CAD"/>
                </a:solidFill>
                <a:latin typeface="Arial-BoldMT" pitchFamily="0" charset="1"/>
              </a:rPr>
              <a:t>RESE</a:t>
            </a:r>
            <a:r>
              <a:rPr lang="en-US" sz="1050" baseline="0" b="0" i="0" dirty="0" spc="-19">
                <a:solidFill>
                  <a:srgbClr val="755CAD"/>
                </a:solidFill>
                <a:latin typeface="Arial-BoldMT" pitchFamily="0" charset="1"/>
              </a:rPr>
              <a:t>R</a:t>
            </a:r>
            <a:r>
              <a:rPr lang="en-US" sz="1050" baseline="0" b="0" i="0" dirty="0" spc="0">
                <a:solidFill>
                  <a:srgbClr val="755CAD"/>
                </a:solidFill>
                <a:latin typeface="Arial-BoldMT" pitchFamily="0" charset="1"/>
              </a:rPr>
              <a:t>VED</a:t>
            </a:r>
          </a:p>
        </p:txBody>
      </p:sp>
      <p:sp>
        <p:nvSpPr>
          <p:cNvPr id="160" name="Rectangle 160"/>
          <p:cNvSpPr/>
          <p:nvPr/>
        </p:nvSpPr>
        <p:spPr>
          <a:xfrm rot="0" flipH="0" flipV="0">
            <a:off x="7470985" y="4430841"/>
            <a:ext cx="730841" cy="36036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1034"/>
            <a:r>
              <a:rPr lang="en-US" sz="1050" baseline="0" b="0" i="0" dirty="0" spc="0">
                <a:solidFill>
                  <a:srgbClr val="755CAD"/>
                </a:solidFill>
                <a:latin typeface="Arial-BoldMT" pitchFamily="0" charset="1"/>
              </a:rPr>
              <a:t>D SAMPLE</a:t>
            </a:r>
          </a:p>
          <a:p>
            <a:pPr marL="0">
              <a:lnSpc>
                <a:spcPts val="1428"/>
              </a:lnSpc>
            </a:pPr>
            <a:r>
              <a:rPr lang="en-US" sz="1050" baseline="0" b="0" i="0" dirty="0" spc="0">
                <a:solidFill>
                  <a:srgbClr val="755CAD"/>
                </a:solidFill>
                <a:latin typeface="Arial-BoldMT" pitchFamily="0" charset="1"/>
              </a:rPr>
              <a:t>RESE</a:t>
            </a:r>
            <a:r>
              <a:rPr lang="en-US" sz="1050" baseline="0" b="0" i="0" dirty="0" spc="-19">
                <a:solidFill>
                  <a:srgbClr val="755CAD"/>
                </a:solidFill>
                <a:latin typeface="Arial-BoldMT" pitchFamily="0" charset="1"/>
              </a:rPr>
              <a:t>R</a:t>
            </a:r>
            <a:r>
              <a:rPr lang="en-US" sz="1050" baseline="0" b="0" i="0" dirty="0" spc="0">
                <a:solidFill>
                  <a:srgbClr val="755CAD"/>
                </a:solidFill>
                <a:latin typeface="Arial-BoldMT" pitchFamily="0" charset="1"/>
              </a:rPr>
              <a:t>VED</a:t>
            </a:r>
          </a:p>
        </p:txBody>
      </p:sp>
      <p:sp>
        <p:nvSpPr>
          <p:cNvPr id="161" name="Rectangle 161"/>
          <p:cNvSpPr/>
          <p:nvPr/>
        </p:nvSpPr>
        <p:spPr>
          <a:xfrm rot="0" flipH="0" flipV="0">
            <a:off x="320040" y="18553"/>
            <a:ext cx="8506876" cy="2896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5116988" algn="l"/>
              </a:tabLst>
            </a:pPr>
            <a:r>
              <a:rPr lang="en-US" sz="1700" baseline="0" b="0" i="0" dirty="0" spc="0">
                <a:solidFill>
                  <a:srgbClr val="1B3448"/>
                </a:solidFill>
                <a:latin typeface="Arial-BoldMT" pitchFamily="0" charset="1"/>
              </a:rPr>
              <a:t>TRAINING IMAGES B</a:t>
            </a:r>
            <a:r>
              <a:rPr lang="en-US" sz="1700" baseline="0" b="0" i="0" dirty="0" spc="-30">
                <a:solidFill>
                  <a:srgbClr val="1B3448"/>
                </a:solidFill>
                <a:latin typeface="Arial-BoldMT" pitchFamily="0" charset="1"/>
              </a:rPr>
              <a:t>Y</a:t>
            </a:r>
            <a:r>
              <a:rPr lang="en-US" sz="1700" baseline="0" b="0" i="0" dirty="0" spc="0">
                <a:solidFill>
                  <a:srgbClr val="1B3448"/>
                </a:solidFill>
                <a:latin typeface="Arial-BoldMT" pitchFamily="0" charset="1"/>
              </a:rPr>
              <a:t> D</a:t>
            </a:r>
            <a:r>
              <a:rPr lang="en-US" sz="1700" baseline="0" b="0" i="0" dirty="0" spc="-126">
                <a:solidFill>
                  <a:srgbClr val="1B3448"/>
                </a:solidFill>
                <a:latin typeface="Arial-BoldMT" pitchFamily="0" charset="1"/>
              </a:rPr>
              <a:t>A</a:t>
            </a:r>
            <a:r>
              <a:rPr lang="en-US" sz="1700" baseline="0" b="0" i="0" dirty="0" spc="-125">
                <a:solidFill>
                  <a:srgbClr val="1B3448"/>
                </a:solidFill>
                <a:latin typeface="Arial-BoldMT" pitchFamily="0" charset="1"/>
              </a:rPr>
              <a:t>T</a:t>
            </a:r>
            <a:r>
              <a:rPr lang="en-US" sz="1700" baseline="0" b="0" i="0" dirty="0" spc="-62">
                <a:solidFill>
                  <a:srgbClr val="1B3448"/>
                </a:solidFill>
                <a:latin typeface="Arial-BoldMT" pitchFamily="0" charset="1"/>
              </a:rPr>
              <a:t>A </a:t>
            </a:r>
            <a:r>
              <a:rPr lang="en-US" sz="1700" baseline="0" b="0" i="0" dirty="0" spc="0">
                <a:solidFill>
                  <a:srgbClr val="1B3448"/>
                </a:solidFill>
                <a:latin typeface="Arial-BoldMT" pitchFamily="0" charset="1"/>
              </a:rPr>
              <a:t>ARM	</a:t>
            </a:r>
            <a:r>
              <a:rPr lang="en-US" sz="1574" baseline="14538" b="0" i="0" dirty="0" spc="-57">
                <a:solidFill>
                  <a:srgbClr val="566C7D"/>
                </a:solidFill>
                <a:latin typeface="ArialMT" pitchFamily="0" charset="1"/>
              </a:rPr>
              <a:t>A</a:t>
            </a:r>
            <a:r>
              <a:rPr lang="en-US" sz="1574" baseline="14538" b="0" i="0" dirty="0" spc="0">
                <a:solidFill>
                  <a:srgbClr val="566C7D"/>
                </a:solidFill>
                <a:latin typeface="ArialMT" pitchFamily="0" charset="1"/>
              </a:rPr>
              <a:t> -&gt; B matched by source  /  C independent  /  D reserved</a:t>
            </a:r>
          </a:p>
        </p:txBody>
      </p:sp>
      <p:sp>
        <p:nvSpPr>
          <p:cNvPr id="163" name="Rectangle 163"/>
          <p:cNvSpPr/>
          <p:nvPr/>
        </p:nvSpPr>
        <p:spPr>
          <a:xfrm rot="0" flipH="0" flipV="0">
            <a:off x="320040" y="402076"/>
            <a:ext cx="8204051" cy="1806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176272" algn="l"/>
                <a:tab pos="4352544" algn="l"/>
                <a:tab pos="6528816" algn="l"/>
              </a:tabLst>
            </a:pPr>
            <a:r>
              <a:rPr lang="en-US" sz="1060" baseline="0" b="0" i="0" dirty="0" spc="-38">
                <a:solidFill>
                  <a:srgbClr val="426F96"/>
                </a:solidFill>
                <a:latin typeface="Arial-BoldMT" pitchFamily="0" charset="1"/>
              </a:rPr>
              <a:t>A</a:t>
            </a:r>
            <a:r>
              <a:rPr lang="en-US" sz="1060" baseline="0" b="0" i="0" dirty="0" spc="0">
                <a:solidFill>
                  <a:srgbClr val="426F96"/>
                </a:solidFill>
                <a:latin typeface="Arial-BoldMT" pitchFamily="0" charset="1"/>
              </a:rPr>
              <a:t>   REA</a:t>
            </a:r>
            <a:r>
              <a:rPr lang="en-US" sz="1060" baseline="0" b="0" i="0" dirty="0" spc="-18">
                <a:solidFill>
                  <a:srgbClr val="426F96"/>
                </a:solidFill>
                <a:latin typeface="Arial-BoldMT" pitchFamily="0" charset="1"/>
              </a:rPr>
              <a:t>L</a:t>
            </a:r>
            <a:r>
              <a:rPr lang="en-US" sz="1060" baseline="0" b="0" i="0" dirty="0" spc="0">
                <a:solidFill>
                  <a:srgbClr val="426F96"/>
                </a:solidFill>
                <a:latin typeface="Arial-BoldMT" pitchFamily="0" charset="1"/>
              </a:rPr>
              <a:t> PHO</a:t>
            </a:r>
            <a:r>
              <a:rPr lang="en-US" sz="1060" baseline="0" b="0" i="0" dirty="0" spc="-18">
                <a:solidFill>
                  <a:srgbClr val="426F96"/>
                </a:solidFill>
                <a:latin typeface="Arial-BoldMT" pitchFamily="0" charset="1"/>
              </a:rPr>
              <a:t>T</a:t>
            </a:r>
            <a:r>
              <a:rPr lang="en-US" sz="1060" baseline="0" b="0" i="0" dirty="0" spc="0">
                <a:solidFill>
                  <a:srgbClr val="426F96"/>
                </a:solidFill>
                <a:latin typeface="Arial-BoldMT" pitchFamily="0" charset="1"/>
              </a:rPr>
              <a:t>O	</a:t>
            </a:r>
            <a:r>
              <a:rPr lang="en-US" sz="1060" baseline="0" b="0" i="0" dirty="0" spc="0">
                <a:solidFill>
                  <a:srgbClr val="B88232"/>
                </a:solidFill>
                <a:latin typeface="Arial-BoldMT" pitchFamily="0" charset="1"/>
              </a:rPr>
              <a:t>B   CLASSICA</a:t>
            </a:r>
            <a:r>
              <a:rPr lang="en-US" sz="1060" baseline="0" b="0" i="0" dirty="0" spc="-18">
                <a:solidFill>
                  <a:srgbClr val="B88232"/>
                </a:solidFill>
                <a:latin typeface="Arial-BoldMT" pitchFamily="0" charset="1"/>
              </a:rPr>
              <a:t>L</a:t>
            </a:r>
            <a:r>
              <a:rPr lang="en-US" sz="1060" baseline="0" b="0" i="0" dirty="0" spc="-39">
                <a:solidFill>
                  <a:srgbClr val="B88232"/>
                </a:solidFill>
                <a:latin typeface="Arial-BoldMT" pitchFamily="0" charset="1"/>
              </a:rPr>
              <a:t> </a:t>
            </a:r>
            <a:r>
              <a:rPr lang="en-US" sz="1060" baseline="0" b="0" i="0" dirty="0" spc="0">
                <a:solidFill>
                  <a:srgbClr val="B88232"/>
                </a:solidFill>
                <a:latin typeface="Arial-BoldMT" pitchFamily="0" charset="1"/>
              </a:rPr>
              <a:t>AUGMENT	</a:t>
            </a:r>
            <a:r>
              <a:rPr lang="en-US" sz="1060" baseline="0" b="0" i="0" dirty="0" spc="0">
                <a:solidFill>
                  <a:srgbClr val="178A93"/>
                </a:solidFill>
                <a:latin typeface="Arial-BoldMT" pitchFamily="0" charset="1"/>
              </a:rPr>
              <a:t>C   IMAGE EDIT	</a:t>
            </a:r>
            <a:r>
              <a:rPr lang="en-US" sz="1060" baseline="0" b="0" i="0" dirty="0" spc="0">
                <a:solidFill>
                  <a:srgbClr val="755CAD"/>
                </a:solidFill>
                <a:latin typeface="Arial-BoldMT" pitchFamily="0" charset="1"/>
              </a:rPr>
              <a:t>D   LOR</a:t>
            </a:r>
            <a:r>
              <a:rPr lang="en-US" sz="1060" baseline="0" b="0" i="0" dirty="0" spc="-38">
                <a:solidFill>
                  <a:srgbClr val="755CAD"/>
                </a:solidFill>
                <a:latin typeface="Arial-BoldMT" pitchFamily="0" charset="1"/>
              </a:rPr>
              <a:t>A</a:t>
            </a:r>
            <a:r>
              <a:rPr lang="en-US" sz="1060" baseline="0" b="0" i="0" dirty="0" spc="0">
                <a:solidFill>
                  <a:srgbClr val="755CAD"/>
                </a:solidFill>
                <a:latin typeface="Arial-BoldMT" pitchFamily="0" charset="1"/>
              </a:rPr>
              <a:t> TEX</a:t>
            </a:r>
            <a:r>
              <a:rPr lang="en-US" sz="1060" baseline="0" b="0" i="0" dirty="0" spc="-58">
                <a:solidFill>
                  <a:srgbClr val="755CAD"/>
                </a:solidFill>
                <a:latin typeface="Arial-BoldMT" pitchFamily="0" charset="1"/>
              </a:rPr>
              <a:t>T</a:t>
            </a:r>
            <a:r>
              <a:rPr lang="en-US" sz="1060" baseline="0" b="0" i="0" dirty="0" spc="0">
                <a:solidFill>
                  <a:srgbClr val="755CAD"/>
                </a:solidFill>
                <a:latin typeface="Arial-BoldMT" pitchFamily="0" charset="1"/>
              </a:rPr>
              <a:t>-</a:t>
            </a:r>
            <a:r>
              <a:rPr lang="en-US" sz="1060" baseline="0" b="0" i="0" dirty="0" spc="-18">
                <a:solidFill>
                  <a:srgbClr val="755CAD"/>
                </a:solidFill>
                <a:latin typeface="Arial-BoldMT" pitchFamily="0" charset="1"/>
              </a:rPr>
              <a:t>T</a:t>
            </a:r>
            <a:r>
              <a:rPr lang="en-US" sz="1060" baseline="0" b="0" i="0" dirty="0" spc="0">
                <a:solidFill>
                  <a:srgbClr val="755CAD"/>
                </a:solidFill>
                <a:latin typeface="Arial-BoldMT" pitchFamily="0" charset="1"/>
              </a:rPr>
              <a:t>O-IMAGE</a:t>
            </a:r>
          </a:p>
        </p:txBody>
      </p:sp>
      <p:sp>
        <p:nvSpPr>
          <p:cNvPr id="164" name="Rectangle 164"/>
          <p:cNvSpPr/>
          <p:nvPr/>
        </p:nvSpPr>
        <p:spPr>
          <a:xfrm rot="0" flipH="0" flipV="0">
            <a:off x="320040" y="2301409"/>
            <a:ext cx="5653692" cy="15930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176272" algn="l"/>
                <a:tab pos="4352544" algn="l"/>
              </a:tabLst>
            </a:pPr>
            <a:r>
              <a:rPr lang="en-US" sz="935" baseline="0" b="0" i="0" dirty="0" spc="0">
                <a:solidFill>
                  <a:srgbClr val="566C7D"/>
                </a:solidFill>
                <a:latin typeface="ArialMT" pitchFamily="0" charset="1"/>
              </a:rPr>
              <a:t>real_photo_30	aug1085_0266	Placement_Issues_0001</a:t>
            </a:r>
          </a:p>
        </p:txBody>
      </p:sp>
      <p:sp>
        <p:nvSpPr>
          <p:cNvPr id="165" name="Rectangle 165"/>
          <p:cNvSpPr/>
          <p:nvPr/>
        </p:nvSpPr>
        <p:spPr>
          <a:xfrm rot="0" flipH="0" flipV="0">
            <a:off x="320040" y="3837601"/>
            <a:ext cx="5653692" cy="15930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176272" algn="l"/>
                <a:tab pos="4352544" algn="l"/>
              </a:tabLst>
            </a:pPr>
            <a:r>
              <a:rPr lang="en-US" sz="935" baseline="0" b="0" i="0" dirty="0" spc="0">
                <a:solidFill>
                  <a:srgbClr val="566C7D"/>
                </a:solidFill>
                <a:latin typeface="ArialMT" pitchFamily="0" charset="1"/>
              </a:rPr>
              <a:t>real_photo_50	aug1085_0522	Placement_Issues_0554</a:t>
            </a:r>
          </a:p>
        </p:txBody>
      </p:sp>
      <p:sp>
        <p:nvSpPr>
          <p:cNvPr id="166" name="Rectangle 166"/>
          <p:cNvSpPr/>
          <p:nvPr/>
        </p:nvSpPr>
        <p:spPr>
          <a:xfrm rot="0" flipH="0" flipV="0">
            <a:off x="320040" y="5373793"/>
            <a:ext cx="5653692" cy="15930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176272" algn="l"/>
                <a:tab pos="4352544" algn="l"/>
              </a:tabLst>
            </a:pPr>
            <a:r>
              <a:rPr lang="en-US" sz="935" baseline="0" b="0" i="0" dirty="0" spc="0">
                <a:solidFill>
                  <a:srgbClr val="566C7D"/>
                </a:solidFill>
                <a:latin typeface="ArialMT" pitchFamily="0" charset="1"/>
              </a:rPr>
              <a:t>real_photo_70	aug1085_0780	Placement_Issues_0515</a:t>
            </a:r>
          </a:p>
        </p:txBody>
      </p:sp>
      <p:sp>
        <p:nvSpPr>
          <p:cNvPr id="167" name="Rectangle 167"/>
          <p:cNvSpPr/>
          <p:nvPr/>
        </p:nvSpPr>
        <p:spPr>
          <a:xfrm rot="0" flipH="0" flipV="0">
            <a:off x="320040" y="5858395"/>
            <a:ext cx="8038396" cy="16527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969" baseline="0" b="0" i="0" dirty="0" spc="0">
                <a:solidFill>
                  <a:srgbClr val="566C7D"/>
                </a:solidFill>
                <a:latin typeface="ArialMT" pitchFamily="0" charset="1"/>
              </a:rPr>
              <a:t>Red outlines are reviewed training labels. Each</a:t>
            </a:r>
            <a:r>
              <a:rPr lang="en-US" sz="969" baseline="0" b="0" i="0" dirty="0" spc="-53">
                <a:solidFill>
                  <a:srgbClr val="566C7D"/>
                </a:solidFill>
                <a:latin typeface="ArialMT" pitchFamily="0" charset="1"/>
              </a:rPr>
              <a:t> </a:t>
            </a:r>
            <a:r>
              <a:rPr lang="en-US" sz="969" baseline="0" b="0" i="0" dirty="0" spc="0">
                <a:solidFill>
                  <a:srgbClr val="566C7D"/>
                </a:solidFill>
                <a:latin typeface="ArialMT" pitchFamily="0" charset="1"/>
              </a:rPr>
              <a:t>A-B row shares a real source; C examples are edits of other real93 seeds and are not row-matched.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1</Slides>
  <Notes>0</Notes>
  <HiddenSlides>0</HiddenSlide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</cp:coreProperties>
</file>