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552363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6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16" y="152"/>
      </p:cViewPr>
      <p:guideLst>
        <p:guide orient="horz" pos="2160"/>
        <p:guide pos="296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6071" y="2130426"/>
            <a:ext cx="800213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12141" y="3886200"/>
            <a:ext cx="6589991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707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414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12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829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536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243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95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7658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663" y="4406901"/>
            <a:ext cx="8002131" cy="1362075"/>
          </a:xfrm>
        </p:spPr>
        <p:txBody>
          <a:bodyPr anchor="t"/>
          <a:lstStyle>
            <a:lvl1pPr algn="l">
              <a:defRPr sz="4118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663" y="2906713"/>
            <a:ext cx="8002131" cy="1500187"/>
          </a:xfrm>
        </p:spPr>
        <p:txBody>
          <a:bodyPr anchor="b"/>
          <a:lstStyle>
            <a:lvl1pPr marL="0" indent="0">
              <a:buNone/>
              <a:defRPr sz="2059">
                <a:solidFill>
                  <a:schemeClr val="tx1">
                    <a:tint val="75000"/>
                  </a:schemeClr>
                </a:solidFill>
              </a:defRPr>
            </a:lvl1pPr>
            <a:lvl2pPr marL="470733" indent="0">
              <a:buNone/>
              <a:defRPr sz="1853">
                <a:solidFill>
                  <a:schemeClr val="tx1">
                    <a:tint val="75000"/>
                  </a:schemeClr>
                </a:solidFill>
              </a:defRPr>
            </a:lvl2pPr>
            <a:lvl3pPr marL="941466" indent="0">
              <a:buNone/>
              <a:defRPr sz="1647">
                <a:solidFill>
                  <a:schemeClr val="tx1">
                    <a:tint val="75000"/>
                  </a:schemeClr>
                </a:solidFill>
              </a:defRPr>
            </a:lvl3pPr>
            <a:lvl4pPr marL="1412199" indent="0">
              <a:buNone/>
              <a:defRPr sz="1441">
                <a:solidFill>
                  <a:schemeClr val="tx1">
                    <a:tint val="75000"/>
                  </a:schemeClr>
                </a:solidFill>
              </a:defRPr>
            </a:lvl4pPr>
            <a:lvl5pPr marL="1882932" indent="0">
              <a:buNone/>
              <a:defRPr sz="1441">
                <a:solidFill>
                  <a:schemeClr val="tx1">
                    <a:tint val="75000"/>
                  </a:schemeClr>
                </a:solidFill>
              </a:defRPr>
            </a:lvl5pPr>
            <a:lvl6pPr marL="2353666" indent="0">
              <a:buNone/>
              <a:defRPr sz="1441">
                <a:solidFill>
                  <a:schemeClr val="tx1">
                    <a:tint val="75000"/>
                  </a:schemeClr>
                </a:solidFill>
              </a:defRPr>
            </a:lvl6pPr>
            <a:lvl7pPr marL="2824399" indent="0">
              <a:buNone/>
              <a:defRPr sz="1441">
                <a:solidFill>
                  <a:schemeClr val="tx1">
                    <a:tint val="75000"/>
                  </a:schemeClr>
                </a:solidFill>
              </a:defRPr>
            </a:lvl7pPr>
            <a:lvl8pPr marL="3295132" indent="0">
              <a:buNone/>
              <a:defRPr sz="1441">
                <a:solidFill>
                  <a:schemeClr val="tx1">
                    <a:tint val="75000"/>
                  </a:schemeClr>
                </a:solidFill>
              </a:defRPr>
            </a:lvl8pPr>
            <a:lvl9pPr marL="3765865" indent="0">
              <a:buNone/>
              <a:defRPr sz="144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0714" y="1600201"/>
            <a:ext cx="4157970" cy="4525963"/>
          </a:xfrm>
        </p:spPr>
        <p:txBody>
          <a:bodyPr/>
          <a:lstStyle>
            <a:lvl1pPr>
              <a:defRPr sz="2883"/>
            </a:lvl1pPr>
            <a:lvl2pPr>
              <a:defRPr sz="2471"/>
            </a:lvl2pPr>
            <a:lvl3pPr>
              <a:defRPr sz="2059"/>
            </a:lvl3pPr>
            <a:lvl4pPr>
              <a:defRPr sz="1853"/>
            </a:lvl4pPr>
            <a:lvl5pPr>
              <a:defRPr sz="1853"/>
            </a:lvl5pPr>
            <a:lvl6pPr>
              <a:defRPr sz="1853"/>
            </a:lvl6pPr>
            <a:lvl7pPr>
              <a:defRPr sz="1853"/>
            </a:lvl7pPr>
            <a:lvl8pPr>
              <a:defRPr sz="1853"/>
            </a:lvl8pPr>
            <a:lvl9pPr>
              <a:defRPr sz="185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85589" y="1600201"/>
            <a:ext cx="4157970" cy="4525963"/>
          </a:xfrm>
        </p:spPr>
        <p:txBody>
          <a:bodyPr/>
          <a:lstStyle>
            <a:lvl1pPr>
              <a:defRPr sz="2883"/>
            </a:lvl1pPr>
            <a:lvl2pPr>
              <a:defRPr sz="2471"/>
            </a:lvl2pPr>
            <a:lvl3pPr>
              <a:defRPr sz="2059"/>
            </a:lvl3pPr>
            <a:lvl4pPr>
              <a:defRPr sz="1853"/>
            </a:lvl4pPr>
            <a:lvl5pPr>
              <a:defRPr sz="1853"/>
            </a:lvl5pPr>
            <a:lvl6pPr>
              <a:defRPr sz="1853"/>
            </a:lvl6pPr>
            <a:lvl7pPr>
              <a:defRPr sz="1853"/>
            </a:lvl7pPr>
            <a:lvl8pPr>
              <a:defRPr sz="1853"/>
            </a:lvl8pPr>
            <a:lvl9pPr>
              <a:defRPr sz="185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714" y="1535113"/>
            <a:ext cx="4159605" cy="639762"/>
          </a:xfrm>
        </p:spPr>
        <p:txBody>
          <a:bodyPr anchor="b"/>
          <a:lstStyle>
            <a:lvl1pPr marL="0" indent="0">
              <a:buNone/>
              <a:defRPr sz="2471" b="1"/>
            </a:lvl1pPr>
            <a:lvl2pPr marL="470733" indent="0">
              <a:buNone/>
              <a:defRPr sz="2059" b="1"/>
            </a:lvl2pPr>
            <a:lvl3pPr marL="941466" indent="0">
              <a:buNone/>
              <a:defRPr sz="1853" b="1"/>
            </a:lvl3pPr>
            <a:lvl4pPr marL="1412199" indent="0">
              <a:buNone/>
              <a:defRPr sz="1647" b="1"/>
            </a:lvl4pPr>
            <a:lvl5pPr marL="1882932" indent="0">
              <a:buNone/>
              <a:defRPr sz="1647" b="1"/>
            </a:lvl5pPr>
            <a:lvl6pPr marL="2353666" indent="0">
              <a:buNone/>
              <a:defRPr sz="1647" b="1"/>
            </a:lvl6pPr>
            <a:lvl7pPr marL="2824399" indent="0">
              <a:buNone/>
              <a:defRPr sz="1647" b="1"/>
            </a:lvl7pPr>
            <a:lvl8pPr marL="3295132" indent="0">
              <a:buNone/>
              <a:defRPr sz="1647" b="1"/>
            </a:lvl8pPr>
            <a:lvl9pPr marL="3765865" indent="0">
              <a:buNone/>
              <a:defRPr sz="164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714" y="2174875"/>
            <a:ext cx="4159605" cy="3951288"/>
          </a:xfrm>
        </p:spPr>
        <p:txBody>
          <a:bodyPr/>
          <a:lstStyle>
            <a:lvl1pPr>
              <a:defRPr sz="2471"/>
            </a:lvl1pPr>
            <a:lvl2pPr>
              <a:defRPr sz="2059"/>
            </a:lvl2pPr>
            <a:lvl3pPr>
              <a:defRPr sz="1853"/>
            </a:lvl3pPr>
            <a:lvl4pPr>
              <a:defRPr sz="1647"/>
            </a:lvl4pPr>
            <a:lvl5pPr>
              <a:defRPr sz="1647"/>
            </a:lvl5pPr>
            <a:lvl6pPr>
              <a:defRPr sz="1647"/>
            </a:lvl6pPr>
            <a:lvl7pPr>
              <a:defRPr sz="1647"/>
            </a:lvl7pPr>
            <a:lvl8pPr>
              <a:defRPr sz="1647"/>
            </a:lvl8pPr>
            <a:lvl9pPr>
              <a:defRPr sz="164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82320" y="1535113"/>
            <a:ext cx="4161239" cy="639762"/>
          </a:xfrm>
        </p:spPr>
        <p:txBody>
          <a:bodyPr anchor="b"/>
          <a:lstStyle>
            <a:lvl1pPr marL="0" indent="0">
              <a:buNone/>
              <a:defRPr sz="2471" b="1"/>
            </a:lvl1pPr>
            <a:lvl2pPr marL="470733" indent="0">
              <a:buNone/>
              <a:defRPr sz="2059" b="1"/>
            </a:lvl2pPr>
            <a:lvl3pPr marL="941466" indent="0">
              <a:buNone/>
              <a:defRPr sz="1853" b="1"/>
            </a:lvl3pPr>
            <a:lvl4pPr marL="1412199" indent="0">
              <a:buNone/>
              <a:defRPr sz="1647" b="1"/>
            </a:lvl4pPr>
            <a:lvl5pPr marL="1882932" indent="0">
              <a:buNone/>
              <a:defRPr sz="1647" b="1"/>
            </a:lvl5pPr>
            <a:lvl6pPr marL="2353666" indent="0">
              <a:buNone/>
              <a:defRPr sz="1647" b="1"/>
            </a:lvl6pPr>
            <a:lvl7pPr marL="2824399" indent="0">
              <a:buNone/>
              <a:defRPr sz="1647" b="1"/>
            </a:lvl7pPr>
            <a:lvl8pPr marL="3295132" indent="0">
              <a:buNone/>
              <a:defRPr sz="1647" b="1"/>
            </a:lvl8pPr>
            <a:lvl9pPr marL="3765865" indent="0">
              <a:buNone/>
              <a:defRPr sz="164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82320" y="2174875"/>
            <a:ext cx="4161239" cy="3951288"/>
          </a:xfrm>
        </p:spPr>
        <p:txBody>
          <a:bodyPr/>
          <a:lstStyle>
            <a:lvl1pPr>
              <a:defRPr sz="2471"/>
            </a:lvl1pPr>
            <a:lvl2pPr>
              <a:defRPr sz="2059"/>
            </a:lvl2pPr>
            <a:lvl3pPr>
              <a:defRPr sz="1853"/>
            </a:lvl3pPr>
            <a:lvl4pPr>
              <a:defRPr sz="1647"/>
            </a:lvl4pPr>
            <a:lvl5pPr>
              <a:defRPr sz="1647"/>
            </a:lvl5pPr>
            <a:lvl6pPr>
              <a:defRPr sz="1647"/>
            </a:lvl6pPr>
            <a:lvl7pPr>
              <a:defRPr sz="1647"/>
            </a:lvl7pPr>
            <a:lvl8pPr>
              <a:defRPr sz="1647"/>
            </a:lvl8pPr>
            <a:lvl9pPr>
              <a:defRPr sz="164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0714" y="273050"/>
            <a:ext cx="3097231" cy="1162050"/>
          </a:xfrm>
        </p:spPr>
        <p:txBody>
          <a:bodyPr anchor="b"/>
          <a:lstStyle>
            <a:lvl1pPr algn="l">
              <a:defRPr sz="205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80719" y="273051"/>
            <a:ext cx="5262840" cy="5853113"/>
          </a:xfrm>
        </p:spPr>
        <p:txBody>
          <a:bodyPr/>
          <a:lstStyle>
            <a:lvl1pPr>
              <a:defRPr sz="3295"/>
            </a:lvl1pPr>
            <a:lvl2pPr>
              <a:defRPr sz="2883"/>
            </a:lvl2pPr>
            <a:lvl3pPr>
              <a:defRPr sz="2471"/>
            </a:lvl3pPr>
            <a:lvl4pPr>
              <a:defRPr sz="2059"/>
            </a:lvl4pPr>
            <a:lvl5pPr>
              <a:defRPr sz="2059"/>
            </a:lvl5pPr>
            <a:lvl6pPr>
              <a:defRPr sz="2059"/>
            </a:lvl6pPr>
            <a:lvl7pPr>
              <a:defRPr sz="2059"/>
            </a:lvl7pPr>
            <a:lvl8pPr>
              <a:defRPr sz="2059"/>
            </a:lvl8pPr>
            <a:lvl9pPr>
              <a:defRPr sz="205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0714" y="1435101"/>
            <a:ext cx="3097231" cy="4691063"/>
          </a:xfrm>
        </p:spPr>
        <p:txBody>
          <a:bodyPr/>
          <a:lstStyle>
            <a:lvl1pPr marL="0" indent="0">
              <a:buNone/>
              <a:defRPr sz="1441"/>
            </a:lvl1pPr>
            <a:lvl2pPr marL="470733" indent="0">
              <a:buNone/>
              <a:defRPr sz="1236"/>
            </a:lvl2pPr>
            <a:lvl3pPr marL="941466" indent="0">
              <a:buNone/>
              <a:defRPr sz="1030"/>
            </a:lvl3pPr>
            <a:lvl4pPr marL="1412199" indent="0">
              <a:buNone/>
              <a:defRPr sz="927"/>
            </a:lvl4pPr>
            <a:lvl5pPr marL="1882932" indent="0">
              <a:buNone/>
              <a:defRPr sz="927"/>
            </a:lvl5pPr>
            <a:lvl6pPr marL="2353666" indent="0">
              <a:buNone/>
              <a:defRPr sz="927"/>
            </a:lvl6pPr>
            <a:lvl7pPr marL="2824399" indent="0">
              <a:buNone/>
              <a:defRPr sz="927"/>
            </a:lvl7pPr>
            <a:lvl8pPr marL="3295132" indent="0">
              <a:buNone/>
              <a:defRPr sz="927"/>
            </a:lvl8pPr>
            <a:lvl9pPr marL="3765865" indent="0">
              <a:buNone/>
              <a:defRPr sz="9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5263" y="4800600"/>
            <a:ext cx="5648563" cy="566738"/>
          </a:xfrm>
        </p:spPr>
        <p:txBody>
          <a:bodyPr anchor="b"/>
          <a:lstStyle>
            <a:lvl1pPr algn="l">
              <a:defRPr sz="205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45263" y="612775"/>
            <a:ext cx="5648563" cy="4114800"/>
          </a:xfrm>
        </p:spPr>
        <p:txBody>
          <a:bodyPr/>
          <a:lstStyle>
            <a:lvl1pPr marL="0" indent="0">
              <a:buNone/>
              <a:defRPr sz="3295"/>
            </a:lvl1pPr>
            <a:lvl2pPr marL="470733" indent="0">
              <a:buNone/>
              <a:defRPr sz="2883"/>
            </a:lvl2pPr>
            <a:lvl3pPr marL="941466" indent="0">
              <a:buNone/>
              <a:defRPr sz="2471"/>
            </a:lvl3pPr>
            <a:lvl4pPr marL="1412199" indent="0">
              <a:buNone/>
              <a:defRPr sz="2059"/>
            </a:lvl4pPr>
            <a:lvl5pPr marL="1882932" indent="0">
              <a:buNone/>
              <a:defRPr sz="2059"/>
            </a:lvl5pPr>
            <a:lvl6pPr marL="2353666" indent="0">
              <a:buNone/>
              <a:defRPr sz="2059"/>
            </a:lvl6pPr>
            <a:lvl7pPr marL="2824399" indent="0">
              <a:buNone/>
              <a:defRPr sz="2059"/>
            </a:lvl7pPr>
            <a:lvl8pPr marL="3295132" indent="0">
              <a:buNone/>
              <a:defRPr sz="2059"/>
            </a:lvl8pPr>
            <a:lvl9pPr marL="3765865" indent="0">
              <a:buNone/>
              <a:defRPr sz="2059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45263" y="5367338"/>
            <a:ext cx="5648563" cy="804862"/>
          </a:xfrm>
        </p:spPr>
        <p:txBody>
          <a:bodyPr/>
          <a:lstStyle>
            <a:lvl1pPr marL="0" indent="0">
              <a:buNone/>
              <a:defRPr sz="1441"/>
            </a:lvl1pPr>
            <a:lvl2pPr marL="470733" indent="0">
              <a:buNone/>
              <a:defRPr sz="1236"/>
            </a:lvl2pPr>
            <a:lvl3pPr marL="941466" indent="0">
              <a:buNone/>
              <a:defRPr sz="1030"/>
            </a:lvl3pPr>
            <a:lvl4pPr marL="1412199" indent="0">
              <a:buNone/>
              <a:defRPr sz="927"/>
            </a:lvl4pPr>
            <a:lvl5pPr marL="1882932" indent="0">
              <a:buNone/>
              <a:defRPr sz="927"/>
            </a:lvl5pPr>
            <a:lvl6pPr marL="2353666" indent="0">
              <a:buNone/>
              <a:defRPr sz="927"/>
            </a:lvl6pPr>
            <a:lvl7pPr marL="2824399" indent="0">
              <a:buNone/>
              <a:defRPr sz="927"/>
            </a:lvl7pPr>
            <a:lvl8pPr marL="3295132" indent="0">
              <a:buNone/>
              <a:defRPr sz="927"/>
            </a:lvl8pPr>
            <a:lvl9pPr marL="3765865" indent="0">
              <a:buNone/>
              <a:defRPr sz="9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5348" y="274639"/>
            <a:ext cx="2118211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0714" y="274639"/>
            <a:ext cx="619772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0714" y="274638"/>
            <a:ext cx="847284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714" y="1600201"/>
            <a:ext cx="847284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0713" y="6356351"/>
            <a:ext cx="21966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3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16543" y="6356351"/>
            <a:ext cx="29811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3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46895" y="6356351"/>
            <a:ext cx="21966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3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70733" rtl="0" eaLnBrk="1" latinLnBrk="0" hangingPunct="1">
        <a:spcBef>
          <a:spcPct val="0"/>
        </a:spcBef>
        <a:buNone/>
        <a:defRPr sz="45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3050" indent="-353050" algn="l" defTabSz="470733" rtl="0" eaLnBrk="1" latinLnBrk="0" hangingPunct="1">
        <a:spcBef>
          <a:spcPct val="20000"/>
        </a:spcBef>
        <a:buFont typeface="Arial"/>
        <a:buChar char="•"/>
        <a:defRPr sz="3295" kern="1200">
          <a:solidFill>
            <a:schemeClr val="tx1"/>
          </a:solidFill>
          <a:latin typeface="+mn-lt"/>
          <a:ea typeface="+mn-ea"/>
          <a:cs typeface="+mn-cs"/>
        </a:defRPr>
      </a:lvl1pPr>
      <a:lvl2pPr marL="764941" indent="-294208" algn="l" defTabSz="470733" rtl="0" eaLnBrk="1" latinLnBrk="0" hangingPunct="1">
        <a:spcBef>
          <a:spcPct val="20000"/>
        </a:spcBef>
        <a:buFont typeface="Arial"/>
        <a:buChar char="–"/>
        <a:defRPr sz="2883" kern="1200">
          <a:solidFill>
            <a:schemeClr val="tx1"/>
          </a:solidFill>
          <a:latin typeface="+mn-lt"/>
          <a:ea typeface="+mn-ea"/>
          <a:cs typeface="+mn-cs"/>
        </a:defRPr>
      </a:lvl2pPr>
      <a:lvl3pPr marL="1176833" indent="-235367" algn="l" defTabSz="470733" rtl="0" eaLnBrk="1" latinLnBrk="0" hangingPunct="1">
        <a:spcBef>
          <a:spcPct val="20000"/>
        </a:spcBef>
        <a:buFont typeface="Arial"/>
        <a:buChar char="•"/>
        <a:defRPr sz="2471" kern="1200">
          <a:solidFill>
            <a:schemeClr val="tx1"/>
          </a:solidFill>
          <a:latin typeface="+mn-lt"/>
          <a:ea typeface="+mn-ea"/>
          <a:cs typeface="+mn-cs"/>
        </a:defRPr>
      </a:lvl3pPr>
      <a:lvl4pPr marL="1647566" indent="-235367" algn="l" defTabSz="470733" rtl="0" eaLnBrk="1" latinLnBrk="0" hangingPunct="1">
        <a:spcBef>
          <a:spcPct val="20000"/>
        </a:spcBef>
        <a:buFont typeface="Arial"/>
        <a:buChar char="–"/>
        <a:defRPr sz="2059" kern="1200">
          <a:solidFill>
            <a:schemeClr val="tx1"/>
          </a:solidFill>
          <a:latin typeface="+mn-lt"/>
          <a:ea typeface="+mn-ea"/>
          <a:cs typeface="+mn-cs"/>
        </a:defRPr>
      </a:lvl4pPr>
      <a:lvl5pPr marL="2118299" indent="-235367" algn="l" defTabSz="470733" rtl="0" eaLnBrk="1" latinLnBrk="0" hangingPunct="1">
        <a:spcBef>
          <a:spcPct val="20000"/>
        </a:spcBef>
        <a:buFont typeface="Arial"/>
        <a:buChar char="»"/>
        <a:defRPr sz="2059" kern="1200">
          <a:solidFill>
            <a:schemeClr val="tx1"/>
          </a:solidFill>
          <a:latin typeface="+mn-lt"/>
          <a:ea typeface="+mn-ea"/>
          <a:cs typeface="+mn-cs"/>
        </a:defRPr>
      </a:lvl5pPr>
      <a:lvl6pPr marL="2589032" indent="-235367" algn="l" defTabSz="470733" rtl="0" eaLnBrk="1" latinLnBrk="0" hangingPunct="1">
        <a:spcBef>
          <a:spcPct val="20000"/>
        </a:spcBef>
        <a:buFont typeface="Arial"/>
        <a:buChar char="•"/>
        <a:defRPr sz="2059" kern="1200">
          <a:solidFill>
            <a:schemeClr val="tx1"/>
          </a:solidFill>
          <a:latin typeface="+mn-lt"/>
          <a:ea typeface="+mn-ea"/>
          <a:cs typeface="+mn-cs"/>
        </a:defRPr>
      </a:lvl6pPr>
      <a:lvl7pPr marL="3059765" indent="-235367" algn="l" defTabSz="470733" rtl="0" eaLnBrk="1" latinLnBrk="0" hangingPunct="1">
        <a:spcBef>
          <a:spcPct val="20000"/>
        </a:spcBef>
        <a:buFont typeface="Arial"/>
        <a:buChar char="•"/>
        <a:defRPr sz="2059" kern="1200">
          <a:solidFill>
            <a:schemeClr val="tx1"/>
          </a:solidFill>
          <a:latin typeface="+mn-lt"/>
          <a:ea typeface="+mn-ea"/>
          <a:cs typeface="+mn-cs"/>
        </a:defRPr>
      </a:lvl7pPr>
      <a:lvl8pPr marL="3530498" indent="-235367" algn="l" defTabSz="470733" rtl="0" eaLnBrk="1" latinLnBrk="0" hangingPunct="1">
        <a:spcBef>
          <a:spcPct val="20000"/>
        </a:spcBef>
        <a:buFont typeface="Arial"/>
        <a:buChar char="•"/>
        <a:defRPr sz="2059" kern="1200">
          <a:solidFill>
            <a:schemeClr val="tx1"/>
          </a:solidFill>
          <a:latin typeface="+mn-lt"/>
          <a:ea typeface="+mn-ea"/>
          <a:cs typeface="+mn-cs"/>
        </a:defRPr>
      </a:lvl8pPr>
      <a:lvl9pPr marL="4001232" indent="-235367" algn="l" defTabSz="470733" rtl="0" eaLnBrk="1" latinLnBrk="0" hangingPunct="1">
        <a:spcBef>
          <a:spcPct val="20000"/>
        </a:spcBef>
        <a:buFont typeface="Arial"/>
        <a:buChar char="•"/>
        <a:defRPr sz="20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70733" rtl="0" eaLnBrk="1" latinLnBrk="0" hangingPunct="1">
        <a:defRPr sz="1853" kern="1200">
          <a:solidFill>
            <a:schemeClr val="tx1"/>
          </a:solidFill>
          <a:latin typeface="+mn-lt"/>
          <a:ea typeface="+mn-ea"/>
          <a:cs typeface="+mn-cs"/>
        </a:defRPr>
      </a:lvl1pPr>
      <a:lvl2pPr marL="470733" algn="l" defTabSz="470733" rtl="0" eaLnBrk="1" latinLnBrk="0" hangingPunct="1">
        <a:defRPr sz="1853" kern="1200">
          <a:solidFill>
            <a:schemeClr val="tx1"/>
          </a:solidFill>
          <a:latin typeface="+mn-lt"/>
          <a:ea typeface="+mn-ea"/>
          <a:cs typeface="+mn-cs"/>
        </a:defRPr>
      </a:lvl2pPr>
      <a:lvl3pPr marL="941466" algn="l" defTabSz="470733" rtl="0" eaLnBrk="1" latinLnBrk="0" hangingPunct="1">
        <a:defRPr sz="1853" kern="1200">
          <a:solidFill>
            <a:schemeClr val="tx1"/>
          </a:solidFill>
          <a:latin typeface="+mn-lt"/>
          <a:ea typeface="+mn-ea"/>
          <a:cs typeface="+mn-cs"/>
        </a:defRPr>
      </a:lvl3pPr>
      <a:lvl4pPr marL="1412199" algn="l" defTabSz="470733" rtl="0" eaLnBrk="1" latinLnBrk="0" hangingPunct="1">
        <a:defRPr sz="1853" kern="1200">
          <a:solidFill>
            <a:schemeClr val="tx1"/>
          </a:solidFill>
          <a:latin typeface="+mn-lt"/>
          <a:ea typeface="+mn-ea"/>
          <a:cs typeface="+mn-cs"/>
        </a:defRPr>
      </a:lvl4pPr>
      <a:lvl5pPr marL="1882932" algn="l" defTabSz="470733" rtl="0" eaLnBrk="1" latinLnBrk="0" hangingPunct="1">
        <a:defRPr sz="1853" kern="1200">
          <a:solidFill>
            <a:schemeClr val="tx1"/>
          </a:solidFill>
          <a:latin typeface="+mn-lt"/>
          <a:ea typeface="+mn-ea"/>
          <a:cs typeface="+mn-cs"/>
        </a:defRPr>
      </a:lvl5pPr>
      <a:lvl6pPr marL="2353666" algn="l" defTabSz="470733" rtl="0" eaLnBrk="1" latinLnBrk="0" hangingPunct="1">
        <a:defRPr sz="1853" kern="1200">
          <a:solidFill>
            <a:schemeClr val="tx1"/>
          </a:solidFill>
          <a:latin typeface="+mn-lt"/>
          <a:ea typeface="+mn-ea"/>
          <a:cs typeface="+mn-cs"/>
        </a:defRPr>
      </a:lvl6pPr>
      <a:lvl7pPr marL="2824399" algn="l" defTabSz="470733" rtl="0" eaLnBrk="1" latinLnBrk="0" hangingPunct="1">
        <a:defRPr sz="1853" kern="1200">
          <a:solidFill>
            <a:schemeClr val="tx1"/>
          </a:solidFill>
          <a:latin typeface="+mn-lt"/>
          <a:ea typeface="+mn-ea"/>
          <a:cs typeface="+mn-cs"/>
        </a:defRPr>
      </a:lvl7pPr>
      <a:lvl8pPr marL="3295132" algn="l" defTabSz="470733" rtl="0" eaLnBrk="1" latinLnBrk="0" hangingPunct="1">
        <a:defRPr sz="1853" kern="1200">
          <a:solidFill>
            <a:schemeClr val="tx1"/>
          </a:solidFill>
          <a:latin typeface="+mn-lt"/>
          <a:ea typeface="+mn-ea"/>
          <a:cs typeface="+mn-cs"/>
        </a:defRPr>
      </a:lvl8pPr>
      <a:lvl9pPr marL="3765865" algn="l" defTabSz="470733" rtl="0" eaLnBrk="1" latinLnBrk="0" hangingPunct="1">
        <a:defRPr sz="185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11" Type="http://schemas.openxmlformats.org/officeDocument/2006/relationships/image" Target="../media/image10.svg"/><Relationship Id="rId5" Type="http://schemas.openxmlformats.org/officeDocument/2006/relationships/image" Target="../media/image4.jp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2ECD0B88-6BCB-9DBA-9B96-1A60312BAB98}"/>
              </a:ext>
            </a:extLst>
          </p:cNvPr>
          <p:cNvSpPr/>
          <p:nvPr/>
        </p:nvSpPr>
        <p:spPr>
          <a:xfrm>
            <a:off x="235189" y="576936"/>
            <a:ext cx="2883129" cy="59623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860" cap="flat">
            <a:solidFill>
              <a:srgbClr val="2F2F2F"/>
            </a:solidFill>
            <a:prstDash val="solid"/>
            <a:miter/>
          </a:ln>
        </p:spPr>
        <p:txBody>
          <a:bodyPr/>
          <a:lstStyle/>
          <a:p>
            <a:endParaRPr lang="zh-CN" altLang="en-US" sz="1853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7002E74-7498-D4D3-332C-D62D58C37A95}"/>
              </a:ext>
            </a:extLst>
          </p:cNvPr>
          <p:cNvSpPr/>
          <p:nvPr/>
        </p:nvSpPr>
        <p:spPr>
          <a:xfrm>
            <a:off x="990006" y="271501"/>
            <a:ext cx="1416100" cy="423642"/>
          </a:xfrm>
          <a:prstGeom prst="roundRect">
            <a:avLst>
              <a:gd name="adj" fmla="val 18518"/>
            </a:avLst>
          </a:prstGeom>
          <a:solidFill>
            <a:srgbClr val="CFE8FF"/>
          </a:solidFill>
          <a:ln w="19050" cap="flat">
            <a:solidFill>
              <a:srgbClr val="6EA8DC"/>
            </a:solidFill>
            <a:prstDash val="solid"/>
            <a:miter/>
          </a:ln>
        </p:spPr>
        <p:txBody>
          <a:bodyPr/>
          <a:lstStyle/>
          <a:p>
            <a:r>
              <a:rPr lang="en-US" altLang="zh-CN" sz="1853" dirty="0"/>
              <a:t>Data Source</a:t>
            </a:r>
            <a:endParaRPr lang="zh-CN" altLang="en-US" sz="1853" dirty="0"/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B71BE0FB-EFA5-1891-38E3-8D41EB246428}"/>
              </a:ext>
            </a:extLst>
          </p:cNvPr>
          <p:cNvSpPr/>
          <p:nvPr/>
        </p:nvSpPr>
        <p:spPr>
          <a:xfrm>
            <a:off x="3563164" y="588528"/>
            <a:ext cx="4168577" cy="59623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860" cap="flat">
            <a:solidFill>
              <a:srgbClr val="2F2F2F"/>
            </a:solidFill>
            <a:prstDash val="solid"/>
            <a:miter/>
          </a:ln>
        </p:spPr>
        <p:txBody>
          <a:bodyPr/>
          <a:lstStyle/>
          <a:p>
            <a:endParaRPr lang="zh-CN" altLang="en-US" sz="1853"/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CDB5E278-07A8-D739-A873-5DE8AB7B4DCE}"/>
              </a:ext>
            </a:extLst>
          </p:cNvPr>
          <p:cNvSpPr/>
          <p:nvPr/>
        </p:nvSpPr>
        <p:spPr>
          <a:xfrm>
            <a:off x="4594670" y="273275"/>
            <a:ext cx="2258793" cy="423642"/>
          </a:xfrm>
          <a:prstGeom prst="roundRect">
            <a:avLst>
              <a:gd name="adj" fmla="val 18518"/>
            </a:avLst>
          </a:prstGeom>
          <a:solidFill>
            <a:srgbClr val="CFE8FF"/>
          </a:solidFill>
          <a:ln w="19050" cap="flat">
            <a:solidFill>
              <a:srgbClr val="6EA8DC"/>
            </a:solidFill>
            <a:prstDash val="solid"/>
            <a:miter/>
          </a:ln>
        </p:spPr>
        <p:txBody>
          <a:bodyPr/>
          <a:lstStyle/>
          <a:p>
            <a:r>
              <a:rPr lang="en-US" altLang="zh-CN" sz="1853" dirty="0"/>
              <a:t>Image Edit Workflow</a:t>
            </a:r>
            <a:endParaRPr lang="zh-CN" altLang="en-US" sz="1853" dirty="0"/>
          </a:p>
        </p:txBody>
      </p:sp>
      <p:sp>
        <p:nvSpPr>
          <p:cNvPr id="64" name="箭头1">
            <a:extLst>
              <a:ext uri="{FF2B5EF4-FFF2-40B4-BE49-F238E27FC236}">
                <a16:creationId xmlns:a16="http://schemas.microsoft.com/office/drawing/2014/main" id="{4E9E2B2D-88A7-8315-7DD5-189F88F67DFD}"/>
              </a:ext>
            </a:extLst>
          </p:cNvPr>
          <p:cNvSpPr/>
          <p:nvPr/>
        </p:nvSpPr>
        <p:spPr>
          <a:xfrm>
            <a:off x="1242283" y="1609768"/>
            <a:ext cx="302867" cy="251664"/>
          </a:xfrm>
          <a:custGeom>
            <a:avLst/>
            <a:gdLst/>
            <a:ahLst/>
            <a:cxnLst/>
            <a:rect l="l" t="t" r="r" b="b"/>
            <a:pathLst>
              <a:path w="90" h="34">
                <a:moveTo>
                  <a:pt x="0" y="12"/>
                </a:moveTo>
                <a:lnTo>
                  <a:pt x="52" y="12"/>
                </a:lnTo>
                <a:lnTo>
                  <a:pt x="52" y="0"/>
                </a:lnTo>
                <a:lnTo>
                  <a:pt x="90" y="17"/>
                </a:lnTo>
                <a:lnTo>
                  <a:pt x="52" y="34"/>
                </a:lnTo>
                <a:lnTo>
                  <a:pt x="52" y="22"/>
                </a:lnTo>
                <a:lnTo>
                  <a:pt x="0" y="22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53" dirty="0"/>
          </a:p>
        </p:txBody>
      </p:sp>
      <p:sp>
        <p:nvSpPr>
          <p:cNvPr id="66" name="箭头1">
            <a:extLst>
              <a:ext uri="{FF2B5EF4-FFF2-40B4-BE49-F238E27FC236}">
                <a16:creationId xmlns:a16="http://schemas.microsoft.com/office/drawing/2014/main" id="{BA20F92B-652B-3DFE-4D92-58C5DD468B3A}"/>
              </a:ext>
            </a:extLst>
          </p:cNvPr>
          <p:cNvSpPr/>
          <p:nvPr/>
        </p:nvSpPr>
        <p:spPr>
          <a:xfrm>
            <a:off x="1242283" y="5018978"/>
            <a:ext cx="302867" cy="251664"/>
          </a:xfrm>
          <a:custGeom>
            <a:avLst/>
            <a:gdLst/>
            <a:ahLst/>
            <a:cxnLst/>
            <a:rect l="l" t="t" r="r" b="b"/>
            <a:pathLst>
              <a:path w="90" h="34">
                <a:moveTo>
                  <a:pt x="0" y="12"/>
                </a:moveTo>
                <a:lnTo>
                  <a:pt x="52" y="12"/>
                </a:lnTo>
                <a:lnTo>
                  <a:pt x="52" y="0"/>
                </a:lnTo>
                <a:lnTo>
                  <a:pt x="90" y="17"/>
                </a:lnTo>
                <a:lnTo>
                  <a:pt x="52" y="34"/>
                </a:lnTo>
                <a:lnTo>
                  <a:pt x="52" y="22"/>
                </a:lnTo>
                <a:lnTo>
                  <a:pt x="0" y="22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53" dirty="0"/>
          </a:p>
        </p:txBody>
      </p:sp>
      <p:sp>
        <p:nvSpPr>
          <p:cNvPr id="68" name="箭头1">
            <a:extLst>
              <a:ext uri="{FF2B5EF4-FFF2-40B4-BE49-F238E27FC236}">
                <a16:creationId xmlns:a16="http://schemas.microsoft.com/office/drawing/2014/main" id="{749957F6-ABF8-D10C-9185-7FA072C0C2CE}"/>
              </a:ext>
            </a:extLst>
          </p:cNvPr>
          <p:cNvSpPr/>
          <p:nvPr/>
        </p:nvSpPr>
        <p:spPr>
          <a:xfrm>
            <a:off x="1242283" y="3263826"/>
            <a:ext cx="302867" cy="251664"/>
          </a:xfrm>
          <a:custGeom>
            <a:avLst/>
            <a:gdLst/>
            <a:ahLst/>
            <a:cxnLst/>
            <a:rect l="l" t="t" r="r" b="b"/>
            <a:pathLst>
              <a:path w="90" h="34">
                <a:moveTo>
                  <a:pt x="0" y="12"/>
                </a:moveTo>
                <a:lnTo>
                  <a:pt x="52" y="12"/>
                </a:lnTo>
                <a:lnTo>
                  <a:pt x="52" y="0"/>
                </a:lnTo>
                <a:lnTo>
                  <a:pt x="90" y="17"/>
                </a:lnTo>
                <a:lnTo>
                  <a:pt x="52" y="34"/>
                </a:lnTo>
                <a:lnTo>
                  <a:pt x="52" y="22"/>
                </a:lnTo>
                <a:lnTo>
                  <a:pt x="0" y="22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53" dirty="0"/>
          </a:p>
        </p:txBody>
      </p:sp>
      <p:pic>
        <p:nvPicPr>
          <p:cNvPr id="70" name="图片 69">
            <a:extLst>
              <a:ext uri="{FF2B5EF4-FFF2-40B4-BE49-F238E27FC236}">
                <a16:creationId xmlns:a16="http://schemas.microsoft.com/office/drawing/2014/main" id="{0E2C8305-1B28-FC84-4021-857D68553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769" y="961558"/>
            <a:ext cx="941039" cy="70550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pic>
        <p:nvPicPr>
          <p:cNvPr id="72" name="图片 71">
            <a:extLst>
              <a:ext uri="{FF2B5EF4-FFF2-40B4-BE49-F238E27FC236}">
                <a16:creationId xmlns:a16="http://schemas.microsoft.com/office/drawing/2014/main" id="{D0D436E2-246C-8333-FC37-69A4856B7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5381" y="1222101"/>
            <a:ext cx="935895" cy="70164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pic>
        <p:nvPicPr>
          <p:cNvPr id="74" name="图片 73">
            <a:extLst>
              <a:ext uri="{FF2B5EF4-FFF2-40B4-BE49-F238E27FC236}">
                <a16:creationId xmlns:a16="http://schemas.microsoft.com/office/drawing/2014/main" id="{4A9DF3F1-2230-200A-74B4-2F3DB0087C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1989" y="1521731"/>
            <a:ext cx="935896" cy="70164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pic>
        <p:nvPicPr>
          <p:cNvPr id="76" name="图片 75">
            <a:extLst>
              <a:ext uri="{FF2B5EF4-FFF2-40B4-BE49-F238E27FC236}">
                <a16:creationId xmlns:a16="http://schemas.microsoft.com/office/drawing/2014/main" id="{8FD26D1E-EC25-54BF-3C17-B833A25761F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35" b="9888"/>
          <a:stretch>
            <a:fillRect/>
          </a:stretch>
        </p:blipFill>
        <p:spPr>
          <a:xfrm>
            <a:off x="2076803" y="2790556"/>
            <a:ext cx="847661" cy="56365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pic>
        <p:nvPicPr>
          <p:cNvPr id="78" name="图片 77">
            <a:extLst>
              <a:ext uri="{FF2B5EF4-FFF2-40B4-BE49-F238E27FC236}">
                <a16:creationId xmlns:a16="http://schemas.microsoft.com/office/drawing/2014/main" id="{EBD593D5-C1FC-0345-E5D5-14D29B2AB0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8057" y="3100597"/>
            <a:ext cx="856511" cy="64055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pic>
        <p:nvPicPr>
          <p:cNvPr id="80" name="图片 79">
            <a:extLst>
              <a:ext uri="{FF2B5EF4-FFF2-40B4-BE49-F238E27FC236}">
                <a16:creationId xmlns:a16="http://schemas.microsoft.com/office/drawing/2014/main" id="{491C5849-5D92-B740-EBE0-14FEE4BE3A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23178" y="3354211"/>
            <a:ext cx="911885" cy="60792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pic>
        <p:nvPicPr>
          <p:cNvPr id="82" name="图片 81">
            <a:extLst>
              <a:ext uri="{FF2B5EF4-FFF2-40B4-BE49-F238E27FC236}">
                <a16:creationId xmlns:a16="http://schemas.microsoft.com/office/drawing/2014/main" id="{1F658D8D-F77A-4B70-0E36-DE008855EE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0169" y="4595725"/>
            <a:ext cx="908070" cy="67491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pic>
        <p:nvPicPr>
          <p:cNvPr id="84" name="图片 83">
            <a:extLst>
              <a:ext uri="{FF2B5EF4-FFF2-40B4-BE49-F238E27FC236}">
                <a16:creationId xmlns:a16="http://schemas.microsoft.com/office/drawing/2014/main" id="{966127BC-10E8-4DD1-EDD0-87CC04DEE95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12024" y="5075748"/>
            <a:ext cx="929940" cy="69117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pic>
        <p:nvPicPr>
          <p:cNvPr id="86" name="图片 85">
            <a:extLst>
              <a:ext uri="{FF2B5EF4-FFF2-40B4-BE49-F238E27FC236}">
                <a16:creationId xmlns:a16="http://schemas.microsoft.com/office/drawing/2014/main" id="{F4F00978-5D5F-BE56-64D1-DEE7C41FC41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22119" y="4737535"/>
            <a:ext cx="923822" cy="68662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sp>
        <p:nvSpPr>
          <p:cNvPr id="88" name="文本框 87">
            <a:extLst>
              <a:ext uri="{FF2B5EF4-FFF2-40B4-BE49-F238E27FC236}">
                <a16:creationId xmlns:a16="http://schemas.microsoft.com/office/drawing/2014/main" id="{345398D8-A3CB-707A-89B8-EC98707183F9}"/>
              </a:ext>
            </a:extLst>
          </p:cNvPr>
          <p:cNvSpPr txBox="1"/>
          <p:nvPr/>
        </p:nvSpPr>
        <p:spPr>
          <a:xfrm>
            <a:off x="507465" y="2268060"/>
            <a:ext cx="2381184" cy="486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36" dirty="0">
                <a:latin typeface="Arial" panose="020B0604020202020204" pitchFamily="34" charset="0"/>
                <a:cs typeface="Arial" panose="020B0604020202020204" pitchFamily="34" charset="0"/>
              </a:rPr>
              <a:t>Real-world Images </a:t>
            </a:r>
          </a:p>
          <a:p>
            <a:pPr algn="ctr"/>
            <a:r>
              <a:rPr lang="en-US" altLang="zh-CN" sz="1236" dirty="0">
                <a:latin typeface="Arial" panose="020B0604020202020204" pitchFamily="34" charset="0"/>
                <a:cs typeface="Arial" panose="020B0604020202020204" pitchFamily="34" charset="0"/>
              </a:rPr>
              <a:t>(On-site Inspection)</a:t>
            </a:r>
            <a:endParaRPr lang="zh-CN" altLang="en-US" sz="1236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7032F360-99F1-2639-9725-60165D9A155F}"/>
              </a:ext>
            </a:extLst>
          </p:cNvPr>
          <p:cNvSpPr txBox="1"/>
          <p:nvPr/>
        </p:nvSpPr>
        <p:spPr>
          <a:xfrm>
            <a:off x="546453" y="4071322"/>
            <a:ext cx="2174902" cy="486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36" dirty="0">
                <a:latin typeface="Arial" panose="020B0604020202020204" pitchFamily="34" charset="0"/>
                <a:cs typeface="Arial" panose="020B0604020202020204" pitchFamily="34" charset="0"/>
              </a:rPr>
              <a:t>Real-world Images </a:t>
            </a:r>
          </a:p>
          <a:p>
            <a:pPr algn="ctr"/>
            <a:r>
              <a:rPr lang="en-US" altLang="zh-CN" sz="1236" dirty="0">
                <a:latin typeface="Arial" panose="020B0604020202020204" pitchFamily="34" charset="0"/>
                <a:cs typeface="Arial" panose="020B0604020202020204" pitchFamily="34" charset="0"/>
              </a:rPr>
              <a:t>(Web-sourced)</a:t>
            </a:r>
            <a:endParaRPr lang="zh-CN" altLang="en-US" sz="1236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17E7267-87C2-C7BC-5F44-70FF8B575538}"/>
              </a:ext>
            </a:extLst>
          </p:cNvPr>
          <p:cNvSpPr txBox="1"/>
          <p:nvPr/>
        </p:nvSpPr>
        <p:spPr>
          <a:xfrm>
            <a:off x="415775" y="5849663"/>
            <a:ext cx="2562699" cy="472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36" dirty="0">
                <a:latin typeface="Arial" panose="020B0604020202020204" pitchFamily="34" charset="0"/>
                <a:cs typeface="Arial" panose="020B0604020202020204" pitchFamily="34" charset="0"/>
              </a:rPr>
              <a:t>Synthetic Images </a:t>
            </a:r>
          </a:p>
          <a:p>
            <a:pPr algn="ctr"/>
            <a:r>
              <a:rPr lang="en-US" altLang="zh-CN" sz="1236" dirty="0">
                <a:latin typeface="Arial" panose="020B0604020202020204" pitchFamily="34" charset="0"/>
                <a:cs typeface="Arial" panose="020B0604020202020204" pitchFamily="34" charset="0"/>
              </a:rPr>
              <a:t>(Image Editing &amp; </a:t>
            </a:r>
            <a:r>
              <a:rPr lang="en-US" altLang="zh-CN" sz="1236" dirty="0" err="1">
                <a:latin typeface="Arial" panose="020B0604020202020204" pitchFamily="34" charset="0"/>
                <a:cs typeface="Arial" panose="020B0604020202020204" pitchFamily="34" charset="0"/>
              </a:rPr>
              <a:t>LoRA</a:t>
            </a:r>
            <a:r>
              <a:rPr lang="en-US" altLang="zh-CN" sz="1236" dirty="0">
                <a:latin typeface="Arial" panose="020B0604020202020204" pitchFamily="34" charset="0"/>
                <a:cs typeface="Arial" panose="020B0604020202020204" pitchFamily="34" charset="0"/>
              </a:rPr>
              <a:t>-based T2I)</a:t>
            </a:r>
            <a:endParaRPr lang="zh-CN" altLang="en-US" sz="1236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4" name="图形 93">
            <a:extLst>
              <a:ext uri="{FF2B5EF4-FFF2-40B4-BE49-F238E27FC236}">
                <a16:creationId xmlns:a16="http://schemas.microsoft.com/office/drawing/2014/main" id="{4A09C53E-11B0-5964-3960-92F2024B5B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88752" y="1240767"/>
            <a:ext cx="842914" cy="842914"/>
          </a:xfrm>
          <a:prstGeom prst="rect">
            <a:avLst/>
          </a:prstGeom>
        </p:spPr>
      </p:pic>
      <p:pic>
        <p:nvPicPr>
          <p:cNvPr id="96" name="图形 95">
            <a:extLst>
              <a:ext uri="{FF2B5EF4-FFF2-40B4-BE49-F238E27FC236}">
                <a16:creationId xmlns:a16="http://schemas.microsoft.com/office/drawing/2014/main" id="{B4D79266-AEEC-31EF-7E25-607CCAD26B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1379" y="2990045"/>
            <a:ext cx="780286" cy="780286"/>
          </a:xfrm>
          <a:prstGeom prst="rect">
            <a:avLst/>
          </a:prstGeom>
        </p:spPr>
      </p:pic>
      <p:pic>
        <p:nvPicPr>
          <p:cNvPr id="3" name="图形 2">
            <a:extLst>
              <a:ext uri="{FF2B5EF4-FFF2-40B4-BE49-F238E27FC236}">
                <a16:creationId xmlns:a16="http://schemas.microsoft.com/office/drawing/2014/main" id="{49A0BC42-D68D-CA35-4627-3E08A6382D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35190" y="4676694"/>
            <a:ext cx="929718" cy="929718"/>
          </a:xfrm>
          <a:prstGeom prst="rect">
            <a:avLst/>
          </a:prstGeom>
        </p:spPr>
      </p:pic>
      <p:pic>
        <p:nvPicPr>
          <p:cNvPr id="4" name="图形 3">
            <a:extLst>
              <a:ext uri="{FF2B5EF4-FFF2-40B4-BE49-F238E27FC236}">
                <a16:creationId xmlns:a16="http://schemas.microsoft.com/office/drawing/2014/main" id="{CA058266-4930-22F6-9847-77B97BD58B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372729" y="568893"/>
            <a:ext cx="4549447" cy="4356247"/>
          </a:xfrm>
          <a:prstGeom prst="rect">
            <a:avLst/>
          </a:prstGeom>
        </p:spPr>
      </p:pic>
      <p:sp>
        <p:nvSpPr>
          <p:cNvPr id="67" name="文本框 66">
            <a:extLst>
              <a:ext uri="{FF2B5EF4-FFF2-40B4-BE49-F238E27FC236}">
                <a16:creationId xmlns:a16="http://schemas.microsoft.com/office/drawing/2014/main" id="{51A6FBD0-DC33-2EA0-37BF-1561F907D129}"/>
              </a:ext>
            </a:extLst>
          </p:cNvPr>
          <p:cNvSpPr txBox="1"/>
          <p:nvPr/>
        </p:nvSpPr>
        <p:spPr>
          <a:xfrm>
            <a:off x="3851998" y="992534"/>
            <a:ext cx="1025218" cy="2582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30" dirty="0">
                <a:latin typeface="Arial" panose="020B0604020202020204" pitchFamily="34" charset="0"/>
                <a:cs typeface="Arial" panose="020B0604020202020204" pitchFamily="34" charset="0"/>
              </a:rPr>
              <a:t>Load Image 1</a:t>
            </a:r>
            <a:endParaRPr lang="zh-CN" altLang="en-US" sz="103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6BD8EFEF-8ED7-D2D2-0215-62323F4FA0CD}"/>
              </a:ext>
            </a:extLst>
          </p:cNvPr>
          <p:cNvSpPr txBox="1"/>
          <p:nvPr/>
        </p:nvSpPr>
        <p:spPr>
          <a:xfrm>
            <a:off x="5242348" y="992534"/>
            <a:ext cx="1025218" cy="2582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30" dirty="0">
                <a:latin typeface="Arial" panose="020B0604020202020204" pitchFamily="34" charset="0"/>
                <a:cs typeface="Arial" panose="020B0604020202020204" pitchFamily="34" charset="0"/>
              </a:rPr>
              <a:t>Load Image 2</a:t>
            </a:r>
            <a:endParaRPr lang="zh-CN" altLang="en-US" sz="103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46C66BCA-E7AD-CF2A-356A-C09BE1B7FAA8}"/>
              </a:ext>
            </a:extLst>
          </p:cNvPr>
          <p:cNvSpPr txBox="1"/>
          <p:nvPr/>
        </p:nvSpPr>
        <p:spPr>
          <a:xfrm>
            <a:off x="6697241" y="992534"/>
            <a:ext cx="903090" cy="2582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30" dirty="0">
                <a:latin typeface="Arial" panose="020B0604020202020204" pitchFamily="34" charset="0"/>
                <a:cs typeface="Arial" panose="020B0604020202020204" pitchFamily="34" charset="0"/>
              </a:rPr>
              <a:t>Load Model</a:t>
            </a:r>
            <a:endParaRPr lang="zh-CN" altLang="en-US" sz="103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278FADBD-2C32-7B63-F3EE-EAA4EF7836C6}"/>
              </a:ext>
            </a:extLst>
          </p:cNvPr>
          <p:cNvSpPr txBox="1"/>
          <p:nvPr/>
        </p:nvSpPr>
        <p:spPr>
          <a:xfrm>
            <a:off x="3906460" y="1627487"/>
            <a:ext cx="899789" cy="356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24" dirty="0">
                <a:latin typeface="Arial" panose="020B0604020202020204" pitchFamily="34" charset="0"/>
                <a:cs typeface="Arial" panose="020B0604020202020204" pitchFamily="34" charset="0"/>
              </a:rPr>
              <a:t>Image Scale &amp;</a:t>
            </a:r>
          </a:p>
          <a:p>
            <a:r>
              <a:rPr lang="en-US" altLang="zh-CN" sz="824" dirty="0">
                <a:latin typeface="Arial" panose="020B0604020202020204" pitchFamily="34" charset="0"/>
                <a:cs typeface="Arial" panose="020B0604020202020204" pitchFamily="34" charset="0"/>
              </a:rPr>
              <a:t>VAE Encode</a:t>
            </a:r>
            <a:endParaRPr lang="zh-CN" altLang="en-US" sz="824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7D7D279A-FCBA-B5BD-6F54-66E22F5011E3}"/>
              </a:ext>
            </a:extLst>
          </p:cNvPr>
          <p:cNvSpPr txBox="1"/>
          <p:nvPr/>
        </p:nvSpPr>
        <p:spPr>
          <a:xfrm>
            <a:off x="5260973" y="1675017"/>
            <a:ext cx="954252" cy="2582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30" dirty="0">
                <a:latin typeface="Arial" panose="020B0604020202020204" pitchFamily="34" charset="0"/>
                <a:cs typeface="Arial" panose="020B0604020202020204" pitchFamily="34" charset="0"/>
              </a:rPr>
              <a:t>Text Encode</a:t>
            </a:r>
            <a:endParaRPr lang="zh-CN" altLang="en-US" sz="103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D0D95DB1-267E-7AC0-5A09-AF9AADE46EF5}"/>
              </a:ext>
            </a:extLst>
          </p:cNvPr>
          <p:cNvSpPr txBox="1"/>
          <p:nvPr/>
        </p:nvSpPr>
        <p:spPr>
          <a:xfrm>
            <a:off x="6750878" y="2260189"/>
            <a:ext cx="767758" cy="356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24" dirty="0" err="1">
                <a:latin typeface="Arial" panose="020B0604020202020204" pitchFamily="34" charset="0"/>
                <a:cs typeface="Arial" panose="020B0604020202020204" pitchFamily="34" charset="0"/>
              </a:rPr>
              <a:t>AuraFlow</a:t>
            </a:r>
            <a:r>
              <a:rPr lang="en-US" altLang="zh-CN" sz="824" dirty="0"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</a:p>
          <a:p>
            <a:r>
              <a:rPr lang="en-US" altLang="zh-CN" sz="824" dirty="0" err="1">
                <a:latin typeface="Arial" panose="020B0604020202020204" pitchFamily="34" charset="0"/>
                <a:cs typeface="Arial" panose="020B0604020202020204" pitchFamily="34" charset="0"/>
              </a:rPr>
              <a:t>CFGNorm</a:t>
            </a:r>
            <a:endParaRPr lang="zh-CN" altLang="en-US" sz="824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F7B4C3D0-984F-53E9-CFA9-84609A339442}"/>
              </a:ext>
            </a:extLst>
          </p:cNvPr>
          <p:cNvSpPr txBox="1"/>
          <p:nvPr/>
        </p:nvSpPr>
        <p:spPr>
          <a:xfrm>
            <a:off x="6646080" y="1659018"/>
            <a:ext cx="970756" cy="2582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30" dirty="0">
                <a:latin typeface="Arial" panose="020B0604020202020204" pitchFamily="34" charset="0"/>
                <a:cs typeface="Arial" panose="020B0604020202020204" pitchFamily="34" charset="0"/>
              </a:rPr>
              <a:t>Mode Switch</a:t>
            </a:r>
            <a:endParaRPr lang="zh-CN" altLang="en-US" sz="103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0305BC21-F85E-7C67-E6EE-9E05E4BFE64F}"/>
              </a:ext>
            </a:extLst>
          </p:cNvPr>
          <p:cNvSpPr txBox="1"/>
          <p:nvPr/>
        </p:nvSpPr>
        <p:spPr>
          <a:xfrm>
            <a:off x="5335594" y="2937589"/>
            <a:ext cx="825523" cy="2582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30" dirty="0">
                <a:latin typeface="Arial" panose="020B0604020202020204" pitchFamily="34" charset="0"/>
                <a:cs typeface="Arial" panose="020B0604020202020204" pitchFamily="34" charset="0"/>
              </a:rPr>
              <a:t>K Sampler</a:t>
            </a:r>
            <a:endParaRPr lang="zh-CN" altLang="en-US" sz="103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4538C924-5074-0EBA-6153-AAB346AB7E4B}"/>
              </a:ext>
            </a:extLst>
          </p:cNvPr>
          <p:cNvSpPr txBox="1"/>
          <p:nvPr/>
        </p:nvSpPr>
        <p:spPr>
          <a:xfrm>
            <a:off x="5253544" y="3630678"/>
            <a:ext cx="970756" cy="2582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30" dirty="0">
                <a:latin typeface="Arial" panose="020B0604020202020204" pitchFamily="34" charset="0"/>
                <a:cs typeface="Arial" panose="020B0604020202020204" pitchFamily="34" charset="0"/>
              </a:rPr>
              <a:t>VAE Decode</a:t>
            </a:r>
            <a:endParaRPr lang="zh-CN" altLang="en-US" sz="103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3E985D8C-E11E-41E9-D679-C30C55DDAE9D}"/>
              </a:ext>
            </a:extLst>
          </p:cNvPr>
          <p:cNvSpPr txBox="1"/>
          <p:nvPr/>
        </p:nvSpPr>
        <p:spPr>
          <a:xfrm>
            <a:off x="5279125" y="4301958"/>
            <a:ext cx="917944" cy="2582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30" dirty="0">
                <a:latin typeface="Arial" panose="020B0604020202020204" pitchFamily="34" charset="0"/>
                <a:cs typeface="Arial" panose="020B0604020202020204" pitchFamily="34" charset="0"/>
              </a:rPr>
              <a:t>Save Image</a:t>
            </a:r>
            <a:endParaRPr lang="zh-CN" altLang="en-US" sz="103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239581E-94F3-68FE-CF56-813707429D7A}"/>
              </a:ext>
            </a:extLst>
          </p:cNvPr>
          <p:cNvSpPr txBox="1"/>
          <p:nvPr/>
        </p:nvSpPr>
        <p:spPr>
          <a:xfrm rot="1275755">
            <a:off x="4527029" y="2294523"/>
            <a:ext cx="652034" cy="187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18" dirty="0">
                <a:latin typeface="Arial" panose="020B0604020202020204" pitchFamily="34" charset="0"/>
                <a:cs typeface="Arial" panose="020B0604020202020204" pitchFamily="34" charset="0"/>
              </a:rPr>
              <a:t>Empty Latent</a:t>
            </a:r>
            <a:endParaRPr lang="zh-CN" altLang="en-US" sz="618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2" name="图片 121">
            <a:extLst>
              <a:ext uri="{FF2B5EF4-FFF2-40B4-BE49-F238E27FC236}">
                <a16:creationId xmlns:a16="http://schemas.microsoft.com/office/drawing/2014/main" id="{89CA35D2-D8F4-040E-40BB-C23424FB8C9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33720" y="4758493"/>
            <a:ext cx="3853699" cy="1523992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70715AA5-A865-4C3C-E747-16E4C4771CAC}"/>
              </a:ext>
            </a:extLst>
          </p:cNvPr>
          <p:cNvSpPr/>
          <p:nvPr/>
        </p:nvSpPr>
        <p:spPr>
          <a:xfrm>
            <a:off x="8183901" y="577569"/>
            <a:ext cx="4168577" cy="59623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860" cap="flat">
            <a:solidFill>
              <a:srgbClr val="2F2F2F"/>
            </a:solidFill>
            <a:prstDash val="solid"/>
            <a:miter/>
          </a:ln>
        </p:spPr>
        <p:txBody>
          <a:bodyPr/>
          <a:lstStyle/>
          <a:p>
            <a:endParaRPr lang="zh-CN" altLang="en-US" sz="1853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E0A93B4-674E-E317-68DA-250F3A0A1464}"/>
              </a:ext>
            </a:extLst>
          </p:cNvPr>
          <p:cNvSpPr/>
          <p:nvPr/>
        </p:nvSpPr>
        <p:spPr>
          <a:xfrm>
            <a:off x="8914888" y="271501"/>
            <a:ext cx="2706603" cy="423642"/>
          </a:xfrm>
          <a:prstGeom prst="roundRect">
            <a:avLst>
              <a:gd name="adj" fmla="val 18518"/>
            </a:avLst>
          </a:prstGeom>
          <a:solidFill>
            <a:srgbClr val="CFE8FF"/>
          </a:solidFill>
          <a:ln w="19050" cap="flat">
            <a:solidFill>
              <a:srgbClr val="6EA8DC"/>
            </a:solidFill>
            <a:prstDash val="solid"/>
            <a:miter/>
          </a:ln>
        </p:spPr>
        <p:txBody>
          <a:bodyPr/>
          <a:lstStyle/>
          <a:p>
            <a:r>
              <a:rPr lang="en-US" altLang="zh-CN" sz="1853" dirty="0" err="1"/>
              <a:t>LoRA</a:t>
            </a:r>
            <a:r>
              <a:rPr lang="en-US" altLang="zh-CN" sz="1853" dirty="0"/>
              <a:t>-based T2I Workflow</a:t>
            </a:r>
            <a:endParaRPr lang="zh-CN" altLang="en-US" sz="1853" dirty="0"/>
          </a:p>
        </p:txBody>
      </p:sp>
    </p:spTree>
    <p:extLst>
      <p:ext uri="{BB962C8B-B14F-4D97-AF65-F5344CB8AC3E}">
        <p14:creationId xmlns:p14="http://schemas.microsoft.com/office/powerpoint/2010/main" val="3995982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56</Words>
  <Application>Microsoft Office PowerPoint</Application>
  <PresentationFormat>自定义</PresentationFormat>
  <Paragraphs>22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结构图</dc:title>
  <dc:subject/>
  <dc:creator/>
  <cp:keywords/>
  <dc:description>generated using python-pptx</dc:description>
  <cp:lastModifiedBy>zhangyizhou@connect.hku.hk</cp:lastModifiedBy>
  <cp:revision>17</cp:revision>
  <dcterms:created xsi:type="dcterms:W3CDTF">2013-01-27T09:14:16Z</dcterms:created>
  <dcterms:modified xsi:type="dcterms:W3CDTF">2026-09-25T06:28:32Z</dcterms:modified>
  <cp:category/>
</cp:coreProperties>
</file>