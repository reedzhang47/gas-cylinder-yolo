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</p:sldIdLst>
  <p:sldSz cx="12599988" cy="64801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04" y="50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74999" y="1060529"/>
            <a:ext cx="9449991" cy="2256061"/>
          </a:xfrm>
        </p:spPr>
        <p:txBody>
          <a:bodyPr anchor="b"/>
          <a:lstStyle>
            <a:lvl1pPr algn="ctr">
              <a:defRPr sz="566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74999" y="3403592"/>
            <a:ext cx="9449991" cy="1564542"/>
          </a:xfrm>
        </p:spPr>
        <p:txBody>
          <a:bodyPr/>
          <a:lstStyle>
            <a:lvl1pPr marL="0" indent="0" algn="ctr">
              <a:buNone/>
              <a:defRPr sz="2268"/>
            </a:lvl1pPr>
            <a:lvl2pPr marL="432008" indent="0" algn="ctr">
              <a:buNone/>
              <a:defRPr sz="1890"/>
            </a:lvl2pPr>
            <a:lvl3pPr marL="864017" indent="0" algn="ctr">
              <a:buNone/>
              <a:defRPr sz="1701"/>
            </a:lvl3pPr>
            <a:lvl4pPr marL="1296025" indent="0" algn="ctr">
              <a:buNone/>
              <a:defRPr sz="1512"/>
            </a:lvl4pPr>
            <a:lvl5pPr marL="1728033" indent="0" algn="ctr">
              <a:buNone/>
              <a:defRPr sz="1512"/>
            </a:lvl5pPr>
            <a:lvl6pPr marL="2160041" indent="0" algn="ctr">
              <a:buNone/>
              <a:defRPr sz="1512"/>
            </a:lvl6pPr>
            <a:lvl7pPr marL="2592050" indent="0" algn="ctr">
              <a:buNone/>
              <a:defRPr sz="1512"/>
            </a:lvl7pPr>
            <a:lvl8pPr marL="3024058" indent="0" algn="ctr">
              <a:buNone/>
              <a:defRPr sz="1512"/>
            </a:lvl8pPr>
            <a:lvl9pPr marL="3456066" indent="0" algn="ctr">
              <a:buNone/>
              <a:defRPr sz="1512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9B1E3-EABB-4AFC-BF22-7E37A1CD248B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FC2AE-841E-4F87-A574-8224358513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7001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9B1E3-EABB-4AFC-BF22-7E37A1CD248B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FC2AE-841E-4F87-A574-8224358513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2577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9687" y="1615545"/>
            <a:ext cx="10867490" cy="2695572"/>
          </a:xfrm>
        </p:spPr>
        <p:txBody>
          <a:bodyPr anchor="b"/>
          <a:lstStyle>
            <a:lvl1pPr>
              <a:defRPr sz="566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687" y="4336618"/>
            <a:ext cx="10867490" cy="1417538"/>
          </a:xfrm>
        </p:spPr>
        <p:txBody>
          <a:bodyPr/>
          <a:lstStyle>
            <a:lvl1pPr marL="0" indent="0">
              <a:buNone/>
              <a:defRPr sz="2268">
                <a:solidFill>
                  <a:schemeClr val="tx1">
                    <a:tint val="82000"/>
                  </a:schemeClr>
                </a:solidFill>
              </a:defRPr>
            </a:lvl1pPr>
            <a:lvl2pPr marL="432008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2pPr>
            <a:lvl3pPr marL="864017" indent="0">
              <a:buNone/>
              <a:defRPr sz="1701">
                <a:solidFill>
                  <a:schemeClr val="tx1">
                    <a:tint val="82000"/>
                  </a:schemeClr>
                </a:solidFill>
              </a:defRPr>
            </a:lvl3pPr>
            <a:lvl4pPr marL="1296025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4pPr>
            <a:lvl5pPr marL="1728033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5pPr>
            <a:lvl6pPr marL="2160041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6pPr>
            <a:lvl7pPr marL="2592050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7pPr>
            <a:lvl8pPr marL="3024058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8pPr>
            <a:lvl9pPr marL="3456066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9B1E3-EABB-4AFC-BF22-7E37A1CD248B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FC2AE-841E-4F87-A574-8224358513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3112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249" y="1725046"/>
            <a:ext cx="5354995" cy="41116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8744" y="1725046"/>
            <a:ext cx="5354995" cy="41116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9B1E3-EABB-4AFC-BF22-7E37A1CD248B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FC2AE-841E-4F87-A574-8224358513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771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0" y="345010"/>
            <a:ext cx="10867490" cy="125253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7891" y="1588543"/>
            <a:ext cx="5330385" cy="778521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08" indent="0">
              <a:buNone/>
              <a:defRPr sz="1890" b="1"/>
            </a:lvl2pPr>
            <a:lvl3pPr marL="864017" indent="0">
              <a:buNone/>
              <a:defRPr sz="1701" b="1"/>
            </a:lvl3pPr>
            <a:lvl4pPr marL="1296025" indent="0">
              <a:buNone/>
              <a:defRPr sz="1512" b="1"/>
            </a:lvl4pPr>
            <a:lvl5pPr marL="1728033" indent="0">
              <a:buNone/>
              <a:defRPr sz="1512" b="1"/>
            </a:lvl5pPr>
            <a:lvl6pPr marL="2160041" indent="0">
              <a:buNone/>
              <a:defRPr sz="1512" b="1"/>
            </a:lvl6pPr>
            <a:lvl7pPr marL="2592050" indent="0">
              <a:buNone/>
              <a:defRPr sz="1512" b="1"/>
            </a:lvl7pPr>
            <a:lvl8pPr marL="3024058" indent="0">
              <a:buNone/>
              <a:defRPr sz="1512" b="1"/>
            </a:lvl8pPr>
            <a:lvl9pPr marL="3456066" indent="0">
              <a:buNone/>
              <a:defRPr sz="151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7891" y="2367064"/>
            <a:ext cx="5330385" cy="348159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8744" y="1588543"/>
            <a:ext cx="5356636" cy="778521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08" indent="0">
              <a:buNone/>
              <a:defRPr sz="1890" b="1"/>
            </a:lvl2pPr>
            <a:lvl3pPr marL="864017" indent="0">
              <a:buNone/>
              <a:defRPr sz="1701" b="1"/>
            </a:lvl3pPr>
            <a:lvl4pPr marL="1296025" indent="0">
              <a:buNone/>
              <a:defRPr sz="1512" b="1"/>
            </a:lvl4pPr>
            <a:lvl5pPr marL="1728033" indent="0">
              <a:buNone/>
              <a:defRPr sz="1512" b="1"/>
            </a:lvl5pPr>
            <a:lvl6pPr marL="2160041" indent="0">
              <a:buNone/>
              <a:defRPr sz="1512" b="1"/>
            </a:lvl6pPr>
            <a:lvl7pPr marL="2592050" indent="0">
              <a:buNone/>
              <a:defRPr sz="1512" b="1"/>
            </a:lvl7pPr>
            <a:lvl8pPr marL="3024058" indent="0">
              <a:buNone/>
              <a:defRPr sz="1512" b="1"/>
            </a:lvl8pPr>
            <a:lvl9pPr marL="3456066" indent="0">
              <a:buNone/>
              <a:defRPr sz="151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8744" y="2367064"/>
            <a:ext cx="5356636" cy="348159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9B1E3-EABB-4AFC-BF22-7E37A1CD248B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FC2AE-841E-4F87-A574-8224358513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0665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9B1E3-EABB-4AFC-BF22-7E37A1CD248B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FC2AE-841E-4F87-A574-8224358513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5052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9B1E3-EABB-4AFC-BF22-7E37A1CD248B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FC2AE-841E-4F87-A574-8224358513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7073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1" y="432012"/>
            <a:ext cx="4063824" cy="1512041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56636" y="933026"/>
            <a:ext cx="6378744" cy="4605124"/>
          </a:xfrm>
        </p:spPr>
        <p:txBody>
          <a:bodyPr/>
          <a:lstStyle>
            <a:lvl1pPr>
              <a:defRPr sz="3024"/>
            </a:lvl1pPr>
            <a:lvl2pPr>
              <a:defRPr sz="2646"/>
            </a:lvl2pPr>
            <a:lvl3pPr>
              <a:defRPr sz="2268"/>
            </a:lvl3pPr>
            <a:lvl4pPr>
              <a:defRPr sz="1890"/>
            </a:lvl4pPr>
            <a:lvl5pPr>
              <a:defRPr sz="1890"/>
            </a:lvl5pPr>
            <a:lvl6pPr>
              <a:defRPr sz="1890"/>
            </a:lvl6pPr>
            <a:lvl7pPr>
              <a:defRPr sz="1890"/>
            </a:lvl7pPr>
            <a:lvl8pPr>
              <a:defRPr sz="1890"/>
            </a:lvl8pPr>
            <a:lvl9pPr>
              <a:defRPr sz="189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7891" y="1944052"/>
            <a:ext cx="4063824" cy="3601598"/>
          </a:xfrm>
        </p:spPr>
        <p:txBody>
          <a:bodyPr/>
          <a:lstStyle>
            <a:lvl1pPr marL="0" indent="0">
              <a:buNone/>
              <a:defRPr sz="1512"/>
            </a:lvl1pPr>
            <a:lvl2pPr marL="432008" indent="0">
              <a:buNone/>
              <a:defRPr sz="1323"/>
            </a:lvl2pPr>
            <a:lvl3pPr marL="864017" indent="0">
              <a:buNone/>
              <a:defRPr sz="1134"/>
            </a:lvl3pPr>
            <a:lvl4pPr marL="1296025" indent="0">
              <a:buNone/>
              <a:defRPr sz="945"/>
            </a:lvl4pPr>
            <a:lvl5pPr marL="1728033" indent="0">
              <a:buNone/>
              <a:defRPr sz="945"/>
            </a:lvl5pPr>
            <a:lvl6pPr marL="2160041" indent="0">
              <a:buNone/>
              <a:defRPr sz="945"/>
            </a:lvl6pPr>
            <a:lvl7pPr marL="2592050" indent="0">
              <a:buNone/>
              <a:defRPr sz="945"/>
            </a:lvl7pPr>
            <a:lvl8pPr marL="3024058" indent="0">
              <a:buNone/>
              <a:defRPr sz="945"/>
            </a:lvl8pPr>
            <a:lvl9pPr marL="3456066" indent="0">
              <a:buNone/>
              <a:defRPr sz="94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9B1E3-EABB-4AFC-BF22-7E37A1CD248B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FC2AE-841E-4F87-A574-8224358513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9266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1" y="432012"/>
            <a:ext cx="4063824" cy="1512041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56636" y="933026"/>
            <a:ext cx="6378744" cy="4605124"/>
          </a:xfrm>
        </p:spPr>
        <p:txBody>
          <a:bodyPr anchor="t"/>
          <a:lstStyle>
            <a:lvl1pPr marL="0" indent="0">
              <a:buNone/>
              <a:defRPr sz="3024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7891" y="1944052"/>
            <a:ext cx="4063824" cy="3601598"/>
          </a:xfrm>
        </p:spPr>
        <p:txBody>
          <a:bodyPr/>
          <a:lstStyle>
            <a:lvl1pPr marL="0" indent="0">
              <a:buNone/>
              <a:defRPr sz="1512"/>
            </a:lvl1pPr>
            <a:lvl2pPr marL="432008" indent="0">
              <a:buNone/>
              <a:defRPr sz="1323"/>
            </a:lvl2pPr>
            <a:lvl3pPr marL="864017" indent="0">
              <a:buNone/>
              <a:defRPr sz="1134"/>
            </a:lvl3pPr>
            <a:lvl4pPr marL="1296025" indent="0">
              <a:buNone/>
              <a:defRPr sz="945"/>
            </a:lvl4pPr>
            <a:lvl5pPr marL="1728033" indent="0">
              <a:buNone/>
              <a:defRPr sz="945"/>
            </a:lvl5pPr>
            <a:lvl6pPr marL="2160041" indent="0">
              <a:buNone/>
              <a:defRPr sz="945"/>
            </a:lvl6pPr>
            <a:lvl7pPr marL="2592050" indent="0">
              <a:buNone/>
              <a:defRPr sz="945"/>
            </a:lvl7pPr>
            <a:lvl8pPr marL="3024058" indent="0">
              <a:buNone/>
              <a:defRPr sz="945"/>
            </a:lvl8pPr>
            <a:lvl9pPr marL="3456066" indent="0">
              <a:buNone/>
              <a:defRPr sz="94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9B1E3-EABB-4AFC-BF22-7E37A1CD248B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FC2AE-841E-4F87-A574-8224358513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1198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9B1E3-EABB-4AFC-BF22-7E37A1CD248B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FC2AE-841E-4F87-A574-8224358513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2399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16867" y="345009"/>
            <a:ext cx="2716872" cy="549164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49" y="345009"/>
            <a:ext cx="7993117" cy="549164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9B1E3-EABB-4AFC-BF22-7E37A1CD248B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FC2AE-841E-4F87-A574-8224358513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4131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66249" y="345010"/>
            <a:ext cx="10867490" cy="1252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49" y="1725046"/>
            <a:ext cx="10867490" cy="4111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6249" y="6006163"/>
            <a:ext cx="2834997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3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F9B1E3-EABB-4AFC-BF22-7E37A1CD248B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73746" y="6006163"/>
            <a:ext cx="4252496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3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98742" y="6006163"/>
            <a:ext cx="2834997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3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2FC2AE-841E-4F87-A574-8224358513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3346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864017" rtl="0" eaLnBrk="1" latinLnBrk="0" hangingPunct="1">
        <a:lnSpc>
          <a:spcPct val="90000"/>
        </a:lnSpc>
        <a:spcBef>
          <a:spcPct val="0"/>
        </a:spcBef>
        <a:buNone/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004" indent="-216004" algn="l" defTabSz="864017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1pPr>
      <a:lvl2pPr marL="64801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BA60D5D-A232-8429-BCAE-202238732D5A}"/>
              </a:ext>
            </a:extLst>
          </p:cNvPr>
          <p:cNvSpPr/>
          <p:nvPr/>
        </p:nvSpPr>
        <p:spPr>
          <a:xfrm>
            <a:off x="0" y="-7959900"/>
            <a:ext cx="12599987" cy="13077260"/>
          </a:xfrm>
          <a:prstGeom prst="rect">
            <a:avLst/>
          </a:prstGeom>
          <a:solidFill>
            <a:srgbClr val="FFFFFF"/>
          </a:solidFill>
          <a:ln w="9539" cap="flat">
            <a:noFill/>
            <a:prstDash val="solid"/>
            <a:miter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4AA1F709-7EDC-3B91-4757-7F8DB170C035}"/>
              </a:ext>
            </a:extLst>
          </p:cNvPr>
          <p:cNvSpPr/>
          <p:nvPr/>
        </p:nvSpPr>
        <p:spPr>
          <a:xfrm>
            <a:off x="381817" y="-7196264"/>
            <a:ext cx="11740897" cy="4009087"/>
          </a:xfrm>
          <a:prstGeom prst="roundRect">
            <a:avLst>
              <a:gd name="adj" fmla="val 2380"/>
            </a:avLst>
          </a:prstGeom>
          <a:solidFill>
            <a:srgbClr val="F8FAFC"/>
          </a:solidFill>
          <a:ln w="11447" cap="flat">
            <a:solidFill>
              <a:srgbClr val="E2E8F0"/>
            </a:solidFill>
            <a:custDash>
              <a:ds d="300000" sp="300000"/>
            </a:custDash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3161E413-AE46-6085-2D65-675C623F3382}"/>
              </a:ext>
            </a:extLst>
          </p:cNvPr>
          <p:cNvSpPr/>
          <p:nvPr/>
        </p:nvSpPr>
        <p:spPr>
          <a:xfrm>
            <a:off x="553635" y="-7043537"/>
            <a:ext cx="362726" cy="57272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 w="9539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EDCD296C-5C97-C6D5-1958-F48EE915E8F7}"/>
              </a:ext>
            </a:extLst>
          </p:cNvPr>
          <p:cNvSpPr/>
          <p:nvPr/>
        </p:nvSpPr>
        <p:spPr>
          <a:xfrm>
            <a:off x="381817" y="-2996268"/>
            <a:ext cx="11740897" cy="5440903"/>
          </a:xfrm>
          <a:prstGeom prst="roundRect">
            <a:avLst>
              <a:gd name="adj" fmla="val 1754"/>
            </a:avLst>
          </a:prstGeom>
          <a:solidFill>
            <a:srgbClr val="F0F9FF"/>
          </a:solidFill>
          <a:ln w="11447" cap="flat">
            <a:solidFill>
              <a:srgbClr val="BAE6FD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7B7D9E45-2CFB-0B1B-A095-0D20EE24AB50}"/>
              </a:ext>
            </a:extLst>
          </p:cNvPr>
          <p:cNvSpPr/>
          <p:nvPr/>
        </p:nvSpPr>
        <p:spPr>
          <a:xfrm>
            <a:off x="553635" y="-2843541"/>
            <a:ext cx="362726" cy="57272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 w="9539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8EE5E60-CCCB-3367-5D0A-DFBF01D2FF6F}"/>
              </a:ext>
            </a:extLst>
          </p:cNvPr>
          <p:cNvSpPr/>
          <p:nvPr/>
        </p:nvSpPr>
        <p:spPr>
          <a:xfrm>
            <a:off x="381817" y="2921907"/>
            <a:ext cx="11740897" cy="1813634"/>
          </a:xfrm>
          <a:prstGeom prst="roundRect">
            <a:avLst>
              <a:gd name="adj" fmla="val 5263"/>
            </a:avLst>
          </a:prstGeom>
          <a:solidFill>
            <a:srgbClr val="F8FAFC"/>
          </a:solidFill>
          <a:ln w="11447" cap="flat">
            <a:solidFill>
              <a:srgbClr val="E2E8F0"/>
            </a:solidFill>
            <a:custDash>
              <a:ds d="300000" sp="300000"/>
            </a:custDash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2FE767A-38A2-C8EB-6734-446A8AF4556A}"/>
              </a:ext>
            </a:extLst>
          </p:cNvPr>
          <p:cNvSpPr/>
          <p:nvPr/>
        </p:nvSpPr>
        <p:spPr>
          <a:xfrm>
            <a:off x="553635" y="3074634"/>
            <a:ext cx="362726" cy="57272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9539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12" name="图形 4">
            <a:extLst>
              <a:ext uri="{FF2B5EF4-FFF2-40B4-BE49-F238E27FC236}">
                <a16:creationId xmlns:a16="http://schemas.microsoft.com/office/drawing/2014/main" id="{B76B1A8F-50D0-61DA-2D9F-A07F3FD68DB6}"/>
              </a:ext>
            </a:extLst>
          </p:cNvPr>
          <p:cNvGrpSpPr/>
          <p:nvPr/>
        </p:nvGrpSpPr>
        <p:grpSpPr>
          <a:xfrm>
            <a:off x="1718180" y="-5573538"/>
            <a:ext cx="9736354" cy="8724536"/>
            <a:chOff x="1718180" y="-5573538"/>
            <a:chExt cx="9736354" cy="8724536"/>
          </a:xfrm>
          <a:noFill/>
        </p:grpSpPr>
        <p:sp>
          <p:nvSpPr>
            <p:cNvPr id="13" name="任意多边形: 形状 12">
              <a:extLst>
                <a:ext uri="{FF2B5EF4-FFF2-40B4-BE49-F238E27FC236}">
                  <a16:creationId xmlns:a16="http://schemas.microsoft.com/office/drawing/2014/main" id="{A50E0954-70CD-EF40-AB10-FE36A11FB0BC}"/>
                </a:ext>
              </a:extLst>
            </p:cNvPr>
            <p:cNvSpPr/>
            <p:nvPr/>
          </p:nvSpPr>
          <p:spPr>
            <a:xfrm>
              <a:off x="1718180" y="-5573538"/>
              <a:ext cx="2195452" cy="610908"/>
            </a:xfrm>
            <a:custGeom>
              <a:avLst/>
              <a:gdLst>
                <a:gd name="csX0" fmla="*/ 0 w 2195452"/>
                <a:gd name="csY0" fmla="*/ 0 h 610908"/>
                <a:gd name="csX1" fmla="*/ 2195453 w 2195452"/>
                <a:gd name="csY1" fmla="*/ 610909 h 6109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195452" h="610908">
                  <a:moveTo>
                    <a:pt x="0" y="0"/>
                  </a:moveTo>
                  <a:cubicBezTo>
                    <a:pt x="0" y="334091"/>
                    <a:pt x="2195453" y="238636"/>
                    <a:pt x="2195453" y="610909"/>
                  </a:cubicBezTo>
                </a:path>
              </a:pathLst>
            </a:custGeom>
            <a:noFill/>
            <a:ln w="13355" cap="rnd">
              <a:solidFill>
                <a:srgbClr val="94A3B8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任意多边形: 形状 13">
              <a:extLst>
                <a:ext uri="{FF2B5EF4-FFF2-40B4-BE49-F238E27FC236}">
                  <a16:creationId xmlns:a16="http://schemas.microsoft.com/office/drawing/2014/main" id="{E424FCA5-DFDA-A526-AFD8-38D14EFB0216}"/>
                </a:ext>
              </a:extLst>
            </p:cNvPr>
            <p:cNvSpPr/>
            <p:nvPr/>
          </p:nvSpPr>
          <p:spPr>
            <a:xfrm>
              <a:off x="4581813" y="-5573538"/>
              <a:ext cx="9545" cy="610908"/>
            </a:xfrm>
            <a:custGeom>
              <a:avLst/>
              <a:gdLst>
                <a:gd name="csX0" fmla="*/ 0 w 9545"/>
                <a:gd name="csY0" fmla="*/ 0 h 610908"/>
                <a:gd name="csX1" fmla="*/ 0 w 9545"/>
                <a:gd name="csY1" fmla="*/ 610909 h 6109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45" h="610908">
                  <a:moveTo>
                    <a:pt x="0" y="0"/>
                  </a:moveTo>
                  <a:cubicBezTo>
                    <a:pt x="0" y="334091"/>
                    <a:pt x="0" y="238636"/>
                    <a:pt x="0" y="610909"/>
                  </a:cubicBezTo>
                </a:path>
              </a:pathLst>
            </a:custGeom>
            <a:noFill/>
            <a:ln w="13355" cap="rnd">
              <a:solidFill>
                <a:srgbClr val="94A3B8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8D255D56-A989-779A-974A-85A411404CDB}"/>
                </a:ext>
              </a:extLst>
            </p:cNvPr>
            <p:cNvSpPr/>
            <p:nvPr/>
          </p:nvSpPr>
          <p:spPr>
            <a:xfrm>
              <a:off x="5249994" y="-5573538"/>
              <a:ext cx="2195452" cy="610908"/>
            </a:xfrm>
            <a:custGeom>
              <a:avLst/>
              <a:gdLst>
                <a:gd name="csX0" fmla="*/ 2195453 w 2195452"/>
                <a:gd name="csY0" fmla="*/ 0 h 610908"/>
                <a:gd name="csX1" fmla="*/ 0 w 2195452"/>
                <a:gd name="csY1" fmla="*/ 610909 h 6109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195452" h="610908">
                  <a:moveTo>
                    <a:pt x="2195453" y="0"/>
                  </a:moveTo>
                  <a:cubicBezTo>
                    <a:pt x="2195453" y="334091"/>
                    <a:pt x="0" y="238636"/>
                    <a:pt x="0" y="610909"/>
                  </a:cubicBezTo>
                </a:path>
              </a:pathLst>
            </a:custGeom>
            <a:noFill/>
            <a:ln w="13355" cap="rnd">
              <a:solidFill>
                <a:srgbClr val="94A3B8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任意多边形: 形状 15">
              <a:extLst>
                <a:ext uri="{FF2B5EF4-FFF2-40B4-BE49-F238E27FC236}">
                  <a16:creationId xmlns:a16="http://schemas.microsoft.com/office/drawing/2014/main" id="{6C52BACA-AA46-CD0F-8E30-63DAB80E221D}"/>
                </a:ext>
              </a:extLst>
            </p:cNvPr>
            <p:cNvSpPr/>
            <p:nvPr/>
          </p:nvSpPr>
          <p:spPr>
            <a:xfrm>
              <a:off x="5784539" y="-4332630"/>
              <a:ext cx="267272" cy="9545"/>
            </a:xfrm>
            <a:custGeom>
              <a:avLst/>
              <a:gdLst>
                <a:gd name="csX0" fmla="*/ 0 w 267272"/>
                <a:gd name="csY0" fmla="*/ 0 h 9545"/>
                <a:gd name="csX1" fmla="*/ 267272 w 267272"/>
                <a:gd name="csY1" fmla="*/ 0 h 95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67272" h="9545">
                  <a:moveTo>
                    <a:pt x="0" y="0"/>
                  </a:moveTo>
                  <a:lnTo>
                    <a:pt x="267272" y="0"/>
                  </a:lnTo>
                </a:path>
              </a:pathLst>
            </a:custGeom>
            <a:noFill/>
            <a:ln w="13355" cap="rnd">
              <a:solidFill>
                <a:srgbClr val="0D9488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C1BC8A3D-D086-A950-6372-AA366780D07E}"/>
                </a:ext>
              </a:extLst>
            </p:cNvPr>
            <p:cNvSpPr/>
            <p:nvPr/>
          </p:nvSpPr>
          <p:spPr>
            <a:xfrm>
              <a:off x="8457264" y="-4332630"/>
              <a:ext cx="267272" cy="9545"/>
            </a:xfrm>
            <a:custGeom>
              <a:avLst/>
              <a:gdLst>
                <a:gd name="csX0" fmla="*/ 0 w 267272"/>
                <a:gd name="csY0" fmla="*/ 0 h 9545"/>
                <a:gd name="csX1" fmla="*/ 267272 w 267272"/>
                <a:gd name="csY1" fmla="*/ 0 h 95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67272" h="9545">
                  <a:moveTo>
                    <a:pt x="0" y="0"/>
                  </a:moveTo>
                  <a:lnTo>
                    <a:pt x="267272" y="0"/>
                  </a:lnTo>
                </a:path>
              </a:pathLst>
            </a:custGeom>
            <a:noFill/>
            <a:ln w="13355" cap="rnd">
              <a:solidFill>
                <a:srgbClr val="0D9488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任意多边形: 形状 17">
              <a:extLst>
                <a:ext uri="{FF2B5EF4-FFF2-40B4-BE49-F238E27FC236}">
                  <a16:creationId xmlns:a16="http://schemas.microsoft.com/office/drawing/2014/main" id="{0EB49A16-310F-E0DE-C157-6B7C56FDB2BA}"/>
                </a:ext>
              </a:extLst>
            </p:cNvPr>
            <p:cNvSpPr/>
            <p:nvPr/>
          </p:nvSpPr>
          <p:spPr>
            <a:xfrm>
              <a:off x="6490902" y="-3759904"/>
              <a:ext cx="3436360" cy="1088180"/>
            </a:xfrm>
            <a:custGeom>
              <a:avLst/>
              <a:gdLst>
                <a:gd name="csX0" fmla="*/ 3436360 w 3436360"/>
                <a:gd name="csY0" fmla="*/ 0 h 1088180"/>
                <a:gd name="csX1" fmla="*/ 3436360 w 3436360"/>
                <a:gd name="csY1" fmla="*/ 572727 h 1088180"/>
                <a:gd name="csX2" fmla="*/ 0 w 3436360"/>
                <a:gd name="csY2" fmla="*/ 572727 h 1088180"/>
                <a:gd name="csX3" fmla="*/ 0 w 3436360"/>
                <a:gd name="csY3" fmla="*/ 1088181 h 10881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436360" h="1088180">
                  <a:moveTo>
                    <a:pt x="3436360" y="0"/>
                  </a:moveTo>
                  <a:lnTo>
                    <a:pt x="3436360" y="572727"/>
                  </a:lnTo>
                  <a:lnTo>
                    <a:pt x="0" y="572727"/>
                  </a:lnTo>
                  <a:lnTo>
                    <a:pt x="0" y="1088181"/>
                  </a:lnTo>
                </a:path>
              </a:pathLst>
            </a:custGeom>
            <a:noFill/>
            <a:ln w="14309" cap="rnd">
              <a:solidFill>
                <a:srgbClr val="0284C7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任意多边形: 形状 18">
              <a:extLst>
                <a:ext uri="{FF2B5EF4-FFF2-40B4-BE49-F238E27FC236}">
                  <a16:creationId xmlns:a16="http://schemas.microsoft.com/office/drawing/2014/main" id="{0B6D023D-A139-99FD-D586-745E9D47E6C4}"/>
                </a:ext>
              </a:extLst>
            </p:cNvPr>
            <p:cNvSpPr/>
            <p:nvPr/>
          </p:nvSpPr>
          <p:spPr>
            <a:xfrm>
              <a:off x="7598174" y="-5573538"/>
              <a:ext cx="3856359" cy="3579541"/>
            </a:xfrm>
            <a:custGeom>
              <a:avLst/>
              <a:gdLst>
                <a:gd name="csX0" fmla="*/ 3856360 w 3856359"/>
                <a:gd name="csY0" fmla="*/ 0 h 3579541"/>
                <a:gd name="csX1" fmla="*/ 3856360 w 3856359"/>
                <a:gd name="csY1" fmla="*/ 3579542 h 3579541"/>
                <a:gd name="csX2" fmla="*/ 0 w 3856359"/>
                <a:gd name="csY2" fmla="*/ 3579542 h 35795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856359" h="3579541">
                  <a:moveTo>
                    <a:pt x="3856360" y="0"/>
                  </a:moveTo>
                  <a:lnTo>
                    <a:pt x="3856360" y="3579542"/>
                  </a:lnTo>
                  <a:lnTo>
                    <a:pt x="0" y="3579542"/>
                  </a:lnTo>
                </a:path>
              </a:pathLst>
            </a:custGeom>
            <a:noFill/>
            <a:ln w="13355" cap="rnd">
              <a:solidFill>
                <a:srgbClr val="64748B"/>
              </a:solidFill>
              <a:custDash>
                <a:ds d="450000" sp="300000"/>
              </a:custDash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任意多边形: 形状 19">
              <a:extLst>
                <a:ext uri="{FF2B5EF4-FFF2-40B4-BE49-F238E27FC236}">
                  <a16:creationId xmlns:a16="http://schemas.microsoft.com/office/drawing/2014/main" id="{7A4C26B5-5B04-7016-D27A-9D99E31CA8F1}"/>
                </a:ext>
              </a:extLst>
            </p:cNvPr>
            <p:cNvSpPr/>
            <p:nvPr/>
          </p:nvSpPr>
          <p:spPr>
            <a:xfrm>
              <a:off x="3436360" y="-1373542"/>
              <a:ext cx="1527271" cy="610908"/>
            </a:xfrm>
            <a:custGeom>
              <a:avLst/>
              <a:gdLst>
                <a:gd name="csX0" fmla="*/ 1527271 w 1527271"/>
                <a:gd name="csY0" fmla="*/ 0 h 610908"/>
                <a:gd name="csX1" fmla="*/ 0 w 1527271"/>
                <a:gd name="csY1" fmla="*/ 610909 h 6109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27271" h="610908">
                  <a:moveTo>
                    <a:pt x="1527271" y="0"/>
                  </a:moveTo>
                  <a:cubicBezTo>
                    <a:pt x="1527271" y="305454"/>
                    <a:pt x="0" y="343636"/>
                    <a:pt x="0" y="610909"/>
                  </a:cubicBezTo>
                </a:path>
              </a:pathLst>
            </a:custGeom>
            <a:noFill/>
            <a:ln w="13355" cap="rnd">
              <a:solidFill>
                <a:srgbClr val="0284C7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任意多边形: 形状 20">
              <a:extLst>
                <a:ext uri="{FF2B5EF4-FFF2-40B4-BE49-F238E27FC236}">
                  <a16:creationId xmlns:a16="http://schemas.microsoft.com/office/drawing/2014/main" id="{39EF2F65-0905-BC6E-7D87-61352DA23D3B}"/>
                </a:ext>
              </a:extLst>
            </p:cNvPr>
            <p:cNvSpPr/>
            <p:nvPr/>
          </p:nvSpPr>
          <p:spPr>
            <a:xfrm>
              <a:off x="5918176" y="-1373542"/>
              <a:ext cx="9545" cy="610908"/>
            </a:xfrm>
            <a:custGeom>
              <a:avLst/>
              <a:gdLst>
                <a:gd name="csX0" fmla="*/ 0 w 9545"/>
                <a:gd name="csY0" fmla="*/ 0 h 610908"/>
                <a:gd name="csX1" fmla="*/ 0 w 9545"/>
                <a:gd name="csY1" fmla="*/ 610909 h 6109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45" h="610908">
                  <a:moveTo>
                    <a:pt x="0" y="0"/>
                  </a:moveTo>
                  <a:lnTo>
                    <a:pt x="0" y="610909"/>
                  </a:lnTo>
                </a:path>
              </a:pathLst>
            </a:custGeom>
            <a:noFill/>
            <a:ln w="13355" cap="rnd">
              <a:solidFill>
                <a:srgbClr val="0284C7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任意多边形: 形状 21">
              <a:extLst>
                <a:ext uri="{FF2B5EF4-FFF2-40B4-BE49-F238E27FC236}">
                  <a16:creationId xmlns:a16="http://schemas.microsoft.com/office/drawing/2014/main" id="{EDF1DC18-84F2-E96E-8BDB-BF6266902C8A}"/>
                </a:ext>
              </a:extLst>
            </p:cNvPr>
            <p:cNvSpPr/>
            <p:nvPr/>
          </p:nvSpPr>
          <p:spPr>
            <a:xfrm>
              <a:off x="6872720" y="-1373542"/>
              <a:ext cx="1527271" cy="610908"/>
            </a:xfrm>
            <a:custGeom>
              <a:avLst/>
              <a:gdLst>
                <a:gd name="csX0" fmla="*/ 0 w 1527271"/>
                <a:gd name="csY0" fmla="*/ 0 h 610908"/>
                <a:gd name="csX1" fmla="*/ 1527271 w 1527271"/>
                <a:gd name="csY1" fmla="*/ 610909 h 6109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27271" h="610908">
                  <a:moveTo>
                    <a:pt x="0" y="0"/>
                  </a:moveTo>
                  <a:cubicBezTo>
                    <a:pt x="0" y="305454"/>
                    <a:pt x="1527271" y="343636"/>
                    <a:pt x="1527271" y="610909"/>
                  </a:cubicBezTo>
                </a:path>
              </a:pathLst>
            </a:custGeom>
            <a:noFill/>
            <a:ln w="13355" cap="rnd">
              <a:solidFill>
                <a:srgbClr val="0284C7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任意多边形: 形状 22">
              <a:extLst>
                <a:ext uri="{FF2B5EF4-FFF2-40B4-BE49-F238E27FC236}">
                  <a16:creationId xmlns:a16="http://schemas.microsoft.com/office/drawing/2014/main" id="{FAB71DF0-2D28-4DD5-0EAC-3590D089C90A}"/>
                </a:ext>
              </a:extLst>
            </p:cNvPr>
            <p:cNvSpPr/>
            <p:nvPr/>
          </p:nvSpPr>
          <p:spPr>
            <a:xfrm>
              <a:off x="5918176" y="440091"/>
              <a:ext cx="9545" cy="610908"/>
            </a:xfrm>
            <a:custGeom>
              <a:avLst/>
              <a:gdLst>
                <a:gd name="csX0" fmla="*/ 0 w 9545"/>
                <a:gd name="csY0" fmla="*/ 0 h 610908"/>
                <a:gd name="csX1" fmla="*/ 0 w 9545"/>
                <a:gd name="csY1" fmla="*/ 610909 h 6109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45" h="610908">
                  <a:moveTo>
                    <a:pt x="0" y="0"/>
                  </a:moveTo>
                  <a:lnTo>
                    <a:pt x="0" y="610909"/>
                  </a:lnTo>
                </a:path>
              </a:pathLst>
            </a:custGeom>
            <a:noFill/>
            <a:ln w="13355" cap="rnd">
              <a:solidFill>
                <a:srgbClr val="94A3B8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任意多边形: 形状 23">
              <a:extLst>
                <a:ext uri="{FF2B5EF4-FFF2-40B4-BE49-F238E27FC236}">
                  <a16:creationId xmlns:a16="http://schemas.microsoft.com/office/drawing/2014/main" id="{97A21B48-96DC-8573-486A-3FCB41558968}"/>
                </a:ext>
              </a:extLst>
            </p:cNvPr>
            <p:cNvSpPr/>
            <p:nvPr/>
          </p:nvSpPr>
          <p:spPr>
            <a:xfrm>
              <a:off x="3436360" y="440091"/>
              <a:ext cx="1336362" cy="2710906"/>
            </a:xfrm>
            <a:custGeom>
              <a:avLst/>
              <a:gdLst>
                <a:gd name="csX0" fmla="*/ 0 w 1336362"/>
                <a:gd name="csY0" fmla="*/ 0 h 2710906"/>
                <a:gd name="csX1" fmla="*/ 0 w 1336362"/>
                <a:gd name="csY1" fmla="*/ 2243180 h 2710906"/>
                <a:gd name="csX2" fmla="*/ 1336362 w 1336362"/>
                <a:gd name="csY2" fmla="*/ 2243180 h 2710906"/>
                <a:gd name="csX3" fmla="*/ 1336362 w 1336362"/>
                <a:gd name="csY3" fmla="*/ 2710907 h 27109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336362" h="2710906">
                  <a:moveTo>
                    <a:pt x="0" y="0"/>
                  </a:moveTo>
                  <a:lnTo>
                    <a:pt x="0" y="2243180"/>
                  </a:lnTo>
                  <a:lnTo>
                    <a:pt x="1336362" y="2243180"/>
                  </a:lnTo>
                  <a:lnTo>
                    <a:pt x="1336362" y="2710907"/>
                  </a:lnTo>
                </a:path>
              </a:pathLst>
            </a:custGeom>
            <a:noFill/>
            <a:ln w="13355" cap="rnd">
              <a:solidFill>
                <a:srgbClr val="94A3B8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任意多边形: 形状 24">
              <a:extLst>
                <a:ext uri="{FF2B5EF4-FFF2-40B4-BE49-F238E27FC236}">
                  <a16:creationId xmlns:a16="http://schemas.microsoft.com/office/drawing/2014/main" id="{C49D4DE3-4D98-936B-D48D-06DC6BA444D6}"/>
                </a:ext>
              </a:extLst>
            </p:cNvPr>
            <p:cNvSpPr/>
            <p:nvPr/>
          </p:nvSpPr>
          <p:spPr>
            <a:xfrm>
              <a:off x="7063629" y="440091"/>
              <a:ext cx="1336362" cy="2710906"/>
            </a:xfrm>
            <a:custGeom>
              <a:avLst/>
              <a:gdLst>
                <a:gd name="csX0" fmla="*/ 1336362 w 1336362"/>
                <a:gd name="csY0" fmla="*/ 0 h 2710906"/>
                <a:gd name="csX1" fmla="*/ 1336362 w 1336362"/>
                <a:gd name="csY1" fmla="*/ 2243180 h 2710906"/>
                <a:gd name="csX2" fmla="*/ 0 w 1336362"/>
                <a:gd name="csY2" fmla="*/ 2243180 h 2710906"/>
                <a:gd name="csX3" fmla="*/ 0 w 1336362"/>
                <a:gd name="csY3" fmla="*/ 2710907 h 27109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336362" h="2710906">
                  <a:moveTo>
                    <a:pt x="1336362" y="0"/>
                  </a:moveTo>
                  <a:lnTo>
                    <a:pt x="1336362" y="2243180"/>
                  </a:lnTo>
                  <a:lnTo>
                    <a:pt x="0" y="2243180"/>
                  </a:lnTo>
                  <a:lnTo>
                    <a:pt x="0" y="2710907"/>
                  </a:lnTo>
                </a:path>
              </a:pathLst>
            </a:custGeom>
            <a:noFill/>
            <a:ln w="13355" cap="rnd">
              <a:solidFill>
                <a:srgbClr val="94A3B8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任意多边形: 形状 25">
              <a:extLst>
                <a:ext uri="{FF2B5EF4-FFF2-40B4-BE49-F238E27FC236}">
                  <a16:creationId xmlns:a16="http://schemas.microsoft.com/office/drawing/2014/main" id="{CC3BCB23-9952-244F-EB18-6F8490A7E68E}"/>
                </a:ext>
              </a:extLst>
            </p:cNvPr>
            <p:cNvSpPr/>
            <p:nvPr/>
          </p:nvSpPr>
          <p:spPr>
            <a:xfrm>
              <a:off x="5918176" y="2253726"/>
              <a:ext cx="9545" cy="897271"/>
            </a:xfrm>
            <a:custGeom>
              <a:avLst/>
              <a:gdLst>
                <a:gd name="csX0" fmla="*/ 0 w 9545"/>
                <a:gd name="csY0" fmla="*/ 0 h 897271"/>
                <a:gd name="csX1" fmla="*/ 0 w 9545"/>
                <a:gd name="csY1" fmla="*/ 897272 h 8972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45" h="897271">
                  <a:moveTo>
                    <a:pt x="0" y="0"/>
                  </a:moveTo>
                  <a:lnTo>
                    <a:pt x="0" y="897272"/>
                  </a:lnTo>
                </a:path>
              </a:pathLst>
            </a:custGeom>
            <a:noFill/>
            <a:ln w="13355" cap="rnd">
              <a:solidFill>
                <a:srgbClr val="0D9488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7" name="图形 4">
            <a:extLst>
              <a:ext uri="{FF2B5EF4-FFF2-40B4-BE49-F238E27FC236}">
                <a16:creationId xmlns:a16="http://schemas.microsoft.com/office/drawing/2014/main" id="{876CDEFB-B5B0-C073-112F-AA55F0672E42}"/>
              </a:ext>
            </a:extLst>
          </p:cNvPr>
          <p:cNvGrpSpPr/>
          <p:nvPr/>
        </p:nvGrpSpPr>
        <p:grpSpPr>
          <a:xfrm>
            <a:off x="381817" y="-6718992"/>
            <a:ext cx="11263625" cy="11168169"/>
            <a:chOff x="381817" y="-6718992"/>
            <a:chExt cx="11263625" cy="11168169"/>
          </a:xfrm>
        </p:grpSpPr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EA62D041-95B7-F20B-7675-55D44F42C227}"/>
                </a:ext>
              </a:extLst>
            </p:cNvPr>
            <p:cNvSpPr/>
            <p:nvPr/>
          </p:nvSpPr>
          <p:spPr>
            <a:xfrm>
              <a:off x="381817" y="-6718992"/>
              <a:ext cx="2672724" cy="1145453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1447" cap="flat">
              <a:solidFill>
                <a:srgbClr val="CBD5E1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1364E614-7DC2-969C-797A-A5EA6BD99A11}"/>
                </a:ext>
              </a:extLst>
            </p:cNvPr>
            <p:cNvSpPr/>
            <p:nvPr/>
          </p:nvSpPr>
          <p:spPr>
            <a:xfrm>
              <a:off x="458344" y="-6645006"/>
              <a:ext cx="324545" cy="248181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10493" cap="flat">
              <a:solidFill>
                <a:srgbClr val="0284C7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任意多边形: 形状 29">
              <a:extLst>
                <a:ext uri="{FF2B5EF4-FFF2-40B4-BE49-F238E27FC236}">
                  <a16:creationId xmlns:a16="http://schemas.microsoft.com/office/drawing/2014/main" id="{700344E3-1446-3885-CDB2-F0EA2AE5DB35}"/>
                </a:ext>
              </a:extLst>
            </p:cNvPr>
            <p:cNvSpPr/>
            <p:nvPr/>
          </p:nvSpPr>
          <p:spPr>
            <a:xfrm>
              <a:off x="486981" y="-6540006"/>
              <a:ext cx="267272" cy="104999"/>
            </a:xfrm>
            <a:custGeom>
              <a:avLst/>
              <a:gdLst>
                <a:gd name="csX0" fmla="*/ 0 w 267272"/>
                <a:gd name="csY0" fmla="*/ 105000 h 104999"/>
                <a:gd name="csX1" fmla="*/ 85909 w 267272"/>
                <a:gd name="csY1" fmla="*/ 9545 h 104999"/>
                <a:gd name="csX2" fmla="*/ 143182 w 267272"/>
                <a:gd name="csY2" fmla="*/ 66818 h 104999"/>
                <a:gd name="csX3" fmla="*/ 190909 w 267272"/>
                <a:gd name="csY3" fmla="*/ 0 h 104999"/>
                <a:gd name="csX4" fmla="*/ 267272 w 267272"/>
                <a:gd name="csY4" fmla="*/ 105000 h 1049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67272" h="104999">
                  <a:moveTo>
                    <a:pt x="0" y="105000"/>
                  </a:moveTo>
                  <a:lnTo>
                    <a:pt x="85909" y="9545"/>
                  </a:lnTo>
                  <a:lnTo>
                    <a:pt x="143182" y="66818"/>
                  </a:lnTo>
                  <a:lnTo>
                    <a:pt x="190909" y="0"/>
                  </a:lnTo>
                  <a:lnTo>
                    <a:pt x="267272" y="105000"/>
                  </a:lnTo>
                </a:path>
              </a:pathLst>
            </a:custGeom>
            <a:noFill/>
            <a:ln w="9539" cap="rnd">
              <a:solidFill>
                <a:srgbClr val="0284C7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538C7D08-5F99-D527-179A-2148384AE8AC}"/>
                </a:ext>
              </a:extLst>
            </p:cNvPr>
            <p:cNvSpPr/>
            <p:nvPr/>
          </p:nvSpPr>
          <p:spPr>
            <a:xfrm>
              <a:off x="666435" y="-6599188"/>
              <a:ext cx="41999" cy="41999"/>
            </a:xfrm>
            <a:prstGeom prst="ellipse">
              <a:avLst/>
            </a:prstGeom>
            <a:solidFill>
              <a:srgbClr val="0284C7"/>
            </a:solidFill>
            <a:ln w="0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矩形: 圆角 31">
              <a:extLst>
                <a:ext uri="{FF2B5EF4-FFF2-40B4-BE49-F238E27FC236}">
                  <a16:creationId xmlns:a16="http://schemas.microsoft.com/office/drawing/2014/main" id="{884A8253-311C-7133-0AED-F3227CA5AB73}"/>
                </a:ext>
              </a:extLst>
            </p:cNvPr>
            <p:cNvSpPr/>
            <p:nvPr/>
          </p:nvSpPr>
          <p:spPr>
            <a:xfrm>
              <a:off x="578246" y="-6346720"/>
              <a:ext cx="324545" cy="248181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10493" cap="flat">
              <a:solidFill>
                <a:srgbClr val="0284C7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任意多边形: 形状 32">
              <a:extLst>
                <a:ext uri="{FF2B5EF4-FFF2-40B4-BE49-F238E27FC236}">
                  <a16:creationId xmlns:a16="http://schemas.microsoft.com/office/drawing/2014/main" id="{FDB91BD1-96FB-092D-3115-A87FB3DAF23B}"/>
                </a:ext>
              </a:extLst>
            </p:cNvPr>
            <p:cNvSpPr/>
            <p:nvPr/>
          </p:nvSpPr>
          <p:spPr>
            <a:xfrm>
              <a:off x="606882" y="-6241720"/>
              <a:ext cx="267272" cy="104999"/>
            </a:xfrm>
            <a:custGeom>
              <a:avLst/>
              <a:gdLst>
                <a:gd name="csX0" fmla="*/ 0 w 267272"/>
                <a:gd name="csY0" fmla="*/ 105000 h 104999"/>
                <a:gd name="csX1" fmla="*/ 85909 w 267272"/>
                <a:gd name="csY1" fmla="*/ 9545 h 104999"/>
                <a:gd name="csX2" fmla="*/ 143182 w 267272"/>
                <a:gd name="csY2" fmla="*/ 66818 h 104999"/>
                <a:gd name="csX3" fmla="*/ 190909 w 267272"/>
                <a:gd name="csY3" fmla="*/ 0 h 104999"/>
                <a:gd name="csX4" fmla="*/ 267272 w 267272"/>
                <a:gd name="csY4" fmla="*/ 105000 h 1049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67272" h="104999">
                  <a:moveTo>
                    <a:pt x="0" y="105000"/>
                  </a:moveTo>
                  <a:lnTo>
                    <a:pt x="85909" y="9545"/>
                  </a:lnTo>
                  <a:lnTo>
                    <a:pt x="143182" y="66818"/>
                  </a:lnTo>
                  <a:lnTo>
                    <a:pt x="190909" y="0"/>
                  </a:lnTo>
                  <a:lnTo>
                    <a:pt x="267272" y="105000"/>
                  </a:lnTo>
                </a:path>
              </a:pathLst>
            </a:custGeom>
            <a:noFill/>
            <a:ln w="9539" cap="rnd">
              <a:solidFill>
                <a:srgbClr val="0284C7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B0A7C750-E934-0D88-1574-5D5E31251A3D}"/>
                </a:ext>
              </a:extLst>
            </p:cNvPr>
            <p:cNvSpPr/>
            <p:nvPr/>
          </p:nvSpPr>
          <p:spPr>
            <a:xfrm>
              <a:off x="786336" y="-6300902"/>
              <a:ext cx="41999" cy="41999"/>
            </a:xfrm>
            <a:prstGeom prst="ellipse">
              <a:avLst/>
            </a:prstGeom>
            <a:solidFill>
              <a:srgbClr val="0284C7"/>
            </a:solidFill>
            <a:ln w="0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9E153161-A7B3-986E-610D-EB3A130F2807}"/>
                </a:ext>
              </a:extLst>
            </p:cNvPr>
            <p:cNvSpPr/>
            <p:nvPr/>
          </p:nvSpPr>
          <p:spPr>
            <a:xfrm>
              <a:off x="694971" y="-6051281"/>
              <a:ext cx="324545" cy="248181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10493" cap="flat">
              <a:solidFill>
                <a:srgbClr val="0284C7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任意多边形: 形状 35">
              <a:extLst>
                <a:ext uri="{FF2B5EF4-FFF2-40B4-BE49-F238E27FC236}">
                  <a16:creationId xmlns:a16="http://schemas.microsoft.com/office/drawing/2014/main" id="{C029CCD0-CE65-A718-172A-2EFA89CF8C44}"/>
                </a:ext>
              </a:extLst>
            </p:cNvPr>
            <p:cNvSpPr/>
            <p:nvPr/>
          </p:nvSpPr>
          <p:spPr>
            <a:xfrm>
              <a:off x="723607" y="-5946281"/>
              <a:ext cx="267272" cy="104999"/>
            </a:xfrm>
            <a:custGeom>
              <a:avLst/>
              <a:gdLst>
                <a:gd name="csX0" fmla="*/ 0 w 267272"/>
                <a:gd name="csY0" fmla="*/ 105000 h 104999"/>
                <a:gd name="csX1" fmla="*/ 85909 w 267272"/>
                <a:gd name="csY1" fmla="*/ 9545 h 104999"/>
                <a:gd name="csX2" fmla="*/ 143182 w 267272"/>
                <a:gd name="csY2" fmla="*/ 66818 h 104999"/>
                <a:gd name="csX3" fmla="*/ 190909 w 267272"/>
                <a:gd name="csY3" fmla="*/ 0 h 104999"/>
                <a:gd name="csX4" fmla="*/ 267272 w 267272"/>
                <a:gd name="csY4" fmla="*/ 105000 h 1049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67272" h="104999">
                  <a:moveTo>
                    <a:pt x="0" y="105000"/>
                  </a:moveTo>
                  <a:lnTo>
                    <a:pt x="85909" y="9545"/>
                  </a:lnTo>
                  <a:lnTo>
                    <a:pt x="143182" y="66818"/>
                  </a:lnTo>
                  <a:lnTo>
                    <a:pt x="190909" y="0"/>
                  </a:lnTo>
                  <a:lnTo>
                    <a:pt x="267272" y="105000"/>
                  </a:lnTo>
                </a:path>
              </a:pathLst>
            </a:custGeom>
            <a:noFill/>
            <a:ln w="9539" cap="rnd">
              <a:solidFill>
                <a:srgbClr val="0284C7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D4E30114-F122-C5BA-DB79-7C2DBA07C8D3}"/>
                </a:ext>
              </a:extLst>
            </p:cNvPr>
            <p:cNvSpPr/>
            <p:nvPr/>
          </p:nvSpPr>
          <p:spPr>
            <a:xfrm>
              <a:off x="903062" y="-6005463"/>
              <a:ext cx="41999" cy="41999"/>
            </a:xfrm>
            <a:prstGeom prst="ellipse">
              <a:avLst/>
            </a:prstGeom>
            <a:solidFill>
              <a:srgbClr val="0284C7"/>
            </a:solidFill>
            <a:ln w="0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矩形: 圆角 37">
              <a:extLst>
                <a:ext uri="{FF2B5EF4-FFF2-40B4-BE49-F238E27FC236}">
                  <a16:creationId xmlns:a16="http://schemas.microsoft.com/office/drawing/2014/main" id="{2585E9C5-9D9D-79D1-2B8F-E2E70DDCE166}"/>
                </a:ext>
              </a:extLst>
            </p:cNvPr>
            <p:cNvSpPr/>
            <p:nvPr/>
          </p:nvSpPr>
          <p:spPr>
            <a:xfrm>
              <a:off x="3245451" y="-6718992"/>
              <a:ext cx="2672724" cy="1145453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1447" cap="flat">
              <a:solidFill>
                <a:srgbClr val="CBD5E1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D3E15D38-21D2-536B-3EFB-EC94F8CB2777}"/>
                </a:ext>
              </a:extLst>
            </p:cNvPr>
            <p:cNvSpPr/>
            <p:nvPr/>
          </p:nvSpPr>
          <p:spPr>
            <a:xfrm>
              <a:off x="3369367" y="-6669453"/>
              <a:ext cx="400908" cy="305454"/>
            </a:xfrm>
            <a:prstGeom prst="roundRect">
              <a:avLst>
                <a:gd name="adj" fmla="val 6249"/>
              </a:avLst>
            </a:prstGeom>
            <a:solidFill>
              <a:srgbClr val="FFFFFF"/>
            </a:solidFill>
            <a:ln w="10493" cap="flat">
              <a:solidFill>
                <a:srgbClr val="0284C7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任意多边形: 形状 39">
              <a:extLst>
                <a:ext uri="{FF2B5EF4-FFF2-40B4-BE49-F238E27FC236}">
                  <a16:creationId xmlns:a16="http://schemas.microsoft.com/office/drawing/2014/main" id="{60E2AB81-3FCC-1942-244F-08423D527B52}"/>
                </a:ext>
              </a:extLst>
            </p:cNvPr>
            <p:cNvSpPr/>
            <p:nvPr/>
          </p:nvSpPr>
          <p:spPr>
            <a:xfrm>
              <a:off x="3398003" y="-6532744"/>
              <a:ext cx="343636" cy="143181"/>
            </a:xfrm>
            <a:custGeom>
              <a:avLst/>
              <a:gdLst>
                <a:gd name="csX0" fmla="*/ 0 w 343636"/>
                <a:gd name="csY0" fmla="*/ 143182 h 143181"/>
                <a:gd name="csX1" fmla="*/ 105000 w 343636"/>
                <a:gd name="csY1" fmla="*/ 9545 h 143181"/>
                <a:gd name="csX2" fmla="*/ 181363 w 343636"/>
                <a:gd name="csY2" fmla="*/ 85909 h 143181"/>
                <a:gd name="csX3" fmla="*/ 248182 w 343636"/>
                <a:gd name="csY3" fmla="*/ 0 h 143181"/>
                <a:gd name="csX4" fmla="*/ 343636 w 343636"/>
                <a:gd name="csY4" fmla="*/ 143182 h 1431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43636" h="143181">
                  <a:moveTo>
                    <a:pt x="0" y="143182"/>
                  </a:moveTo>
                  <a:lnTo>
                    <a:pt x="105000" y="9545"/>
                  </a:lnTo>
                  <a:lnTo>
                    <a:pt x="181363" y="85909"/>
                  </a:lnTo>
                  <a:lnTo>
                    <a:pt x="248182" y="0"/>
                  </a:lnTo>
                  <a:lnTo>
                    <a:pt x="343636" y="143182"/>
                  </a:lnTo>
                </a:path>
              </a:pathLst>
            </a:custGeom>
            <a:noFill/>
            <a:ln w="9539" cap="rnd">
              <a:solidFill>
                <a:srgbClr val="0284C7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7184B909-BD49-5B29-01D6-60AFC687E8F5}"/>
                </a:ext>
              </a:extLst>
            </p:cNvPr>
            <p:cNvSpPr/>
            <p:nvPr/>
          </p:nvSpPr>
          <p:spPr>
            <a:xfrm>
              <a:off x="3634730" y="-6591926"/>
              <a:ext cx="41999" cy="41999"/>
            </a:xfrm>
            <a:prstGeom prst="ellipse">
              <a:avLst/>
            </a:prstGeom>
            <a:solidFill>
              <a:srgbClr val="0284C7"/>
            </a:solidFill>
            <a:ln w="0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2" name="图形 4">
              <a:extLst>
                <a:ext uri="{FF2B5EF4-FFF2-40B4-BE49-F238E27FC236}">
                  <a16:creationId xmlns:a16="http://schemas.microsoft.com/office/drawing/2014/main" id="{604AD72B-EEC3-2D50-3D95-5AB4BA8825FB}"/>
                </a:ext>
              </a:extLst>
            </p:cNvPr>
            <p:cNvGrpSpPr/>
            <p:nvPr/>
          </p:nvGrpSpPr>
          <p:grpSpPr>
            <a:xfrm>
              <a:off x="3422410" y="-5937410"/>
              <a:ext cx="400908" cy="305454"/>
              <a:chOff x="3422410" y="-5937410"/>
              <a:chExt cx="400908" cy="305454"/>
            </a:xfrm>
          </p:grpSpPr>
          <p:sp>
            <p:nvSpPr>
              <p:cNvPr id="43" name="矩形: 圆角 42">
                <a:extLst>
                  <a:ext uri="{FF2B5EF4-FFF2-40B4-BE49-F238E27FC236}">
                    <a16:creationId xmlns:a16="http://schemas.microsoft.com/office/drawing/2014/main" id="{06B291EE-825A-2382-6226-F8325C8B59DB}"/>
                  </a:ext>
                </a:extLst>
              </p:cNvPr>
              <p:cNvSpPr/>
              <p:nvPr/>
            </p:nvSpPr>
            <p:spPr>
              <a:xfrm rot="20940000">
                <a:off x="3422410" y="-5937410"/>
                <a:ext cx="400908" cy="305454"/>
              </a:xfrm>
              <a:prstGeom prst="roundRect">
                <a:avLst>
                  <a:gd name="adj" fmla="val 6249"/>
                </a:avLst>
              </a:prstGeom>
              <a:solidFill>
                <a:srgbClr val="FFFFFF">
                  <a:alpha val="45000"/>
                </a:srgbClr>
              </a:solidFill>
              <a:ln w="10493" cap="flat">
                <a:solidFill>
                  <a:srgbClr val="0284C7">
                    <a:alpha val="45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" name="任意多边形: 形状 43">
                <a:extLst>
                  <a:ext uri="{FF2B5EF4-FFF2-40B4-BE49-F238E27FC236}">
                    <a16:creationId xmlns:a16="http://schemas.microsoft.com/office/drawing/2014/main" id="{23AAAC10-E198-1B43-29F4-D4FE912CA145}"/>
                  </a:ext>
                </a:extLst>
              </p:cNvPr>
              <p:cNvSpPr/>
              <p:nvPr/>
            </p:nvSpPr>
            <p:spPr>
              <a:xfrm rot="20940000">
                <a:off x="3459242" y="-5814108"/>
                <a:ext cx="343635" cy="143181"/>
              </a:xfrm>
              <a:custGeom>
                <a:avLst/>
                <a:gdLst>
                  <a:gd name="csX0" fmla="*/ 1 w 343635"/>
                  <a:gd name="csY0" fmla="*/ 143182 h 143181"/>
                  <a:gd name="csX1" fmla="*/ 105001 w 343635"/>
                  <a:gd name="csY1" fmla="*/ 9545 h 143181"/>
                  <a:gd name="csX2" fmla="*/ 181364 w 343635"/>
                  <a:gd name="csY2" fmla="*/ 85909 h 143181"/>
                  <a:gd name="csX3" fmla="*/ 248182 w 343635"/>
                  <a:gd name="csY3" fmla="*/ 0 h 143181"/>
                  <a:gd name="csX4" fmla="*/ 343637 w 343635"/>
                  <a:gd name="csY4" fmla="*/ 143182 h 14318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343635" h="143181">
                    <a:moveTo>
                      <a:pt x="1" y="143182"/>
                    </a:moveTo>
                    <a:lnTo>
                      <a:pt x="105001" y="9545"/>
                    </a:lnTo>
                    <a:lnTo>
                      <a:pt x="181364" y="85909"/>
                    </a:lnTo>
                    <a:lnTo>
                      <a:pt x="248182" y="0"/>
                    </a:lnTo>
                    <a:lnTo>
                      <a:pt x="343637" y="143182"/>
                    </a:lnTo>
                  </a:path>
                </a:pathLst>
              </a:custGeom>
              <a:noFill/>
              <a:ln w="9539" cap="rnd">
                <a:solidFill>
                  <a:srgbClr val="0284C7">
                    <a:alpha val="45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" name="椭圆 44">
                <a:extLst>
                  <a:ext uri="{FF2B5EF4-FFF2-40B4-BE49-F238E27FC236}">
                    <a16:creationId xmlns:a16="http://schemas.microsoft.com/office/drawing/2014/main" id="{31AA1799-5434-8C33-E41D-4C17753A6815}"/>
                  </a:ext>
                </a:extLst>
              </p:cNvPr>
              <p:cNvSpPr/>
              <p:nvPr/>
            </p:nvSpPr>
            <p:spPr>
              <a:xfrm rot="20940000">
                <a:off x="3673445" y="-5887666"/>
                <a:ext cx="41999" cy="41999"/>
              </a:xfrm>
              <a:prstGeom prst="ellipse">
                <a:avLst/>
              </a:prstGeom>
              <a:solidFill>
                <a:srgbClr val="0284C7"/>
              </a:solidFill>
              <a:ln w="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6" name="图形 4">
              <a:extLst>
                <a:ext uri="{FF2B5EF4-FFF2-40B4-BE49-F238E27FC236}">
                  <a16:creationId xmlns:a16="http://schemas.microsoft.com/office/drawing/2014/main" id="{125D2FD8-CF34-F8DE-5CB6-C07D92D1AA5C}"/>
                </a:ext>
              </a:extLst>
            </p:cNvPr>
            <p:cNvGrpSpPr/>
            <p:nvPr/>
          </p:nvGrpSpPr>
          <p:grpSpPr>
            <a:xfrm>
              <a:off x="3393500" y="-6314031"/>
              <a:ext cx="400908" cy="305454"/>
              <a:chOff x="3393500" y="-6314031"/>
              <a:chExt cx="400908" cy="305454"/>
            </a:xfrm>
          </p:grpSpPr>
          <p:sp>
            <p:nvSpPr>
              <p:cNvPr id="47" name="矩形: 圆角 46">
                <a:extLst>
                  <a:ext uri="{FF2B5EF4-FFF2-40B4-BE49-F238E27FC236}">
                    <a16:creationId xmlns:a16="http://schemas.microsoft.com/office/drawing/2014/main" id="{EBEDB6D2-752C-D74A-C4A3-23BACC332939}"/>
                  </a:ext>
                </a:extLst>
              </p:cNvPr>
              <p:cNvSpPr/>
              <p:nvPr/>
            </p:nvSpPr>
            <p:spPr>
              <a:xfrm rot="539999">
                <a:off x="3393500" y="-6314031"/>
                <a:ext cx="400908" cy="305454"/>
              </a:xfrm>
              <a:prstGeom prst="roundRect">
                <a:avLst>
                  <a:gd name="adj" fmla="val 6249"/>
                </a:avLst>
              </a:prstGeom>
              <a:solidFill>
                <a:srgbClr val="FFFFFF">
                  <a:alpha val="45000"/>
                </a:srgbClr>
              </a:solidFill>
              <a:ln w="10493" cap="flat">
                <a:solidFill>
                  <a:srgbClr val="0284C7">
                    <a:alpha val="45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" name="任意多边形: 形状 47">
                <a:extLst>
                  <a:ext uri="{FF2B5EF4-FFF2-40B4-BE49-F238E27FC236}">
                    <a16:creationId xmlns:a16="http://schemas.microsoft.com/office/drawing/2014/main" id="{BFCC8EB2-87EB-5A27-DC52-17C2820A80B9}"/>
                  </a:ext>
                </a:extLst>
              </p:cNvPr>
              <p:cNvSpPr/>
              <p:nvPr/>
            </p:nvSpPr>
            <p:spPr>
              <a:xfrm rot="539999">
                <a:off x="3415417" y="-6190469"/>
                <a:ext cx="343635" cy="143181"/>
              </a:xfrm>
              <a:custGeom>
                <a:avLst/>
                <a:gdLst>
                  <a:gd name="csX0" fmla="*/ -1 w 343635"/>
                  <a:gd name="csY0" fmla="*/ 143182 h 143181"/>
                  <a:gd name="csX1" fmla="*/ 104999 w 343635"/>
                  <a:gd name="csY1" fmla="*/ 9545 h 143181"/>
                  <a:gd name="csX2" fmla="*/ 181363 w 343635"/>
                  <a:gd name="csY2" fmla="*/ 85909 h 143181"/>
                  <a:gd name="csX3" fmla="*/ 248181 w 343635"/>
                  <a:gd name="csY3" fmla="*/ 0 h 143181"/>
                  <a:gd name="csX4" fmla="*/ 343635 w 343635"/>
                  <a:gd name="csY4" fmla="*/ 143182 h 14318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343635" h="143181">
                    <a:moveTo>
                      <a:pt x="-1" y="143182"/>
                    </a:moveTo>
                    <a:lnTo>
                      <a:pt x="104999" y="9545"/>
                    </a:lnTo>
                    <a:lnTo>
                      <a:pt x="181363" y="85909"/>
                    </a:lnTo>
                    <a:lnTo>
                      <a:pt x="248181" y="0"/>
                    </a:lnTo>
                    <a:lnTo>
                      <a:pt x="343635" y="143182"/>
                    </a:lnTo>
                  </a:path>
                </a:pathLst>
              </a:custGeom>
              <a:noFill/>
              <a:ln w="9539" cap="rnd">
                <a:solidFill>
                  <a:srgbClr val="0284C7">
                    <a:alpha val="45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" name="椭圆 48">
                <a:extLst>
                  <a:ext uri="{FF2B5EF4-FFF2-40B4-BE49-F238E27FC236}">
                    <a16:creationId xmlns:a16="http://schemas.microsoft.com/office/drawing/2014/main" id="{D2793E41-56F3-56F4-91AF-653380366D56}"/>
                  </a:ext>
                </a:extLst>
              </p:cNvPr>
              <p:cNvSpPr/>
              <p:nvPr/>
            </p:nvSpPr>
            <p:spPr>
              <a:xfrm rot="539999">
                <a:off x="3668258" y="-6234861"/>
                <a:ext cx="41999" cy="41999"/>
              </a:xfrm>
              <a:prstGeom prst="ellipse">
                <a:avLst/>
              </a:prstGeom>
              <a:solidFill>
                <a:srgbClr val="0284C7"/>
              </a:solidFill>
              <a:ln w="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4" name="矩形: 圆角 53">
              <a:extLst>
                <a:ext uri="{FF2B5EF4-FFF2-40B4-BE49-F238E27FC236}">
                  <a16:creationId xmlns:a16="http://schemas.microsoft.com/office/drawing/2014/main" id="{E369C227-FEA2-42F3-959B-049D387B563E}"/>
                </a:ext>
              </a:extLst>
            </p:cNvPr>
            <p:cNvSpPr/>
            <p:nvPr/>
          </p:nvSpPr>
          <p:spPr>
            <a:xfrm>
              <a:off x="6109085" y="-6718992"/>
              <a:ext cx="2672724" cy="1145453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1447" cap="flat">
              <a:solidFill>
                <a:srgbClr val="CBD5E1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矩形: 圆角 54">
              <a:extLst>
                <a:ext uri="{FF2B5EF4-FFF2-40B4-BE49-F238E27FC236}">
                  <a16:creationId xmlns:a16="http://schemas.microsoft.com/office/drawing/2014/main" id="{531BE084-E83A-45B5-8FA4-59B9E3EF5B80}"/>
                </a:ext>
              </a:extLst>
            </p:cNvPr>
            <p:cNvSpPr/>
            <p:nvPr/>
          </p:nvSpPr>
          <p:spPr>
            <a:xfrm>
              <a:off x="6236571" y="-6600637"/>
              <a:ext cx="343636" cy="267272"/>
            </a:xfrm>
            <a:prstGeom prst="roundRect">
              <a:avLst>
                <a:gd name="adj" fmla="val 7142"/>
              </a:avLst>
            </a:prstGeom>
            <a:solidFill>
              <a:srgbClr val="FFFFFF"/>
            </a:solidFill>
            <a:ln w="10493" cap="flat">
              <a:solidFill>
                <a:srgbClr val="0284C7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56" name="任意多边形: 形状 55">
              <a:extLst>
                <a:ext uri="{FF2B5EF4-FFF2-40B4-BE49-F238E27FC236}">
                  <a16:creationId xmlns:a16="http://schemas.microsoft.com/office/drawing/2014/main" id="{5E997736-E7CB-BE1F-D278-AF2560A169BE}"/>
                </a:ext>
              </a:extLst>
            </p:cNvPr>
            <p:cNvSpPr/>
            <p:nvPr/>
          </p:nvSpPr>
          <p:spPr>
            <a:xfrm>
              <a:off x="6265208" y="-6486092"/>
              <a:ext cx="286363" cy="114545"/>
            </a:xfrm>
            <a:custGeom>
              <a:avLst/>
              <a:gdLst>
                <a:gd name="csX0" fmla="*/ 0 w 286363"/>
                <a:gd name="csY0" fmla="*/ 114545 h 114545"/>
                <a:gd name="csX1" fmla="*/ 85909 w 286363"/>
                <a:gd name="csY1" fmla="*/ 9545 h 114545"/>
                <a:gd name="csX2" fmla="*/ 152727 w 286363"/>
                <a:gd name="csY2" fmla="*/ 66818 h 114545"/>
                <a:gd name="csX3" fmla="*/ 200454 w 286363"/>
                <a:gd name="csY3" fmla="*/ 0 h 114545"/>
                <a:gd name="csX4" fmla="*/ 286363 w 286363"/>
                <a:gd name="csY4" fmla="*/ 114545 h 1145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6363" h="114545">
                  <a:moveTo>
                    <a:pt x="0" y="114545"/>
                  </a:moveTo>
                  <a:lnTo>
                    <a:pt x="85909" y="9545"/>
                  </a:lnTo>
                  <a:lnTo>
                    <a:pt x="152727" y="66818"/>
                  </a:lnTo>
                  <a:lnTo>
                    <a:pt x="200454" y="0"/>
                  </a:lnTo>
                  <a:lnTo>
                    <a:pt x="286363" y="114545"/>
                  </a:lnTo>
                </a:path>
              </a:pathLst>
            </a:custGeom>
            <a:noFill/>
            <a:ln w="9539" cap="rnd">
              <a:solidFill>
                <a:srgbClr val="0284C7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010F771E-741D-5E5A-1845-A79FA00D254A}"/>
                </a:ext>
              </a:extLst>
            </p:cNvPr>
            <p:cNvSpPr/>
            <p:nvPr/>
          </p:nvSpPr>
          <p:spPr>
            <a:xfrm>
              <a:off x="6463753" y="-6545274"/>
              <a:ext cx="41999" cy="41999"/>
            </a:xfrm>
            <a:prstGeom prst="ellipse">
              <a:avLst/>
            </a:prstGeom>
            <a:solidFill>
              <a:srgbClr val="0284C7"/>
            </a:solidFill>
            <a:ln w="0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矩形: 圆角 57">
              <a:extLst>
                <a:ext uri="{FF2B5EF4-FFF2-40B4-BE49-F238E27FC236}">
                  <a16:creationId xmlns:a16="http://schemas.microsoft.com/office/drawing/2014/main" id="{70D705B8-8793-ED47-9DFD-EE5B005BFD02}"/>
                </a:ext>
              </a:extLst>
            </p:cNvPr>
            <p:cNvSpPr/>
            <p:nvPr/>
          </p:nvSpPr>
          <p:spPr>
            <a:xfrm>
              <a:off x="6467662" y="-6001926"/>
              <a:ext cx="286363" cy="219545"/>
            </a:xfrm>
            <a:prstGeom prst="roundRect">
              <a:avLst>
                <a:gd name="adj" fmla="val 8695"/>
              </a:avLst>
            </a:prstGeom>
            <a:solidFill>
              <a:srgbClr val="FFFFFF">
                <a:alpha val="45000"/>
              </a:srgbClr>
            </a:solidFill>
            <a:ln w="10493" cap="flat">
              <a:solidFill>
                <a:srgbClr val="0284C7">
                  <a:alpha val="45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任意多边形: 形状 58">
              <a:extLst>
                <a:ext uri="{FF2B5EF4-FFF2-40B4-BE49-F238E27FC236}">
                  <a16:creationId xmlns:a16="http://schemas.microsoft.com/office/drawing/2014/main" id="{C7D73D8D-C506-8BF8-DCB2-ED2911D348D6}"/>
                </a:ext>
              </a:extLst>
            </p:cNvPr>
            <p:cNvSpPr/>
            <p:nvPr/>
          </p:nvSpPr>
          <p:spPr>
            <a:xfrm>
              <a:off x="6496298" y="-5906471"/>
              <a:ext cx="229090" cy="95454"/>
            </a:xfrm>
            <a:custGeom>
              <a:avLst/>
              <a:gdLst>
                <a:gd name="csX0" fmla="*/ 0 w 229090"/>
                <a:gd name="csY0" fmla="*/ 95454 h 95454"/>
                <a:gd name="csX1" fmla="*/ 66818 w 229090"/>
                <a:gd name="csY1" fmla="*/ 9545 h 95454"/>
                <a:gd name="csX2" fmla="*/ 124091 w 229090"/>
                <a:gd name="csY2" fmla="*/ 57273 h 95454"/>
                <a:gd name="csX3" fmla="*/ 162273 w 229090"/>
                <a:gd name="csY3" fmla="*/ 0 h 95454"/>
                <a:gd name="csX4" fmla="*/ 229091 w 229090"/>
                <a:gd name="csY4" fmla="*/ 95454 h 954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29090" h="95454">
                  <a:moveTo>
                    <a:pt x="0" y="95454"/>
                  </a:moveTo>
                  <a:lnTo>
                    <a:pt x="66818" y="9545"/>
                  </a:lnTo>
                  <a:lnTo>
                    <a:pt x="124091" y="57273"/>
                  </a:lnTo>
                  <a:lnTo>
                    <a:pt x="162273" y="0"/>
                  </a:lnTo>
                  <a:lnTo>
                    <a:pt x="229091" y="95454"/>
                  </a:lnTo>
                </a:path>
              </a:pathLst>
            </a:custGeom>
            <a:noFill/>
            <a:ln w="9539" cap="rnd">
              <a:solidFill>
                <a:srgbClr val="0284C7">
                  <a:alpha val="45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0AFD6EED-B420-CB03-9A22-589C78BA8890}"/>
                </a:ext>
              </a:extLst>
            </p:cNvPr>
            <p:cNvSpPr/>
            <p:nvPr/>
          </p:nvSpPr>
          <p:spPr>
            <a:xfrm>
              <a:off x="6656662" y="-5956107"/>
              <a:ext cx="41999" cy="41999"/>
            </a:xfrm>
            <a:prstGeom prst="ellipse">
              <a:avLst/>
            </a:prstGeom>
            <a:solidFill>
              <a:srgbClr val="0284C7"/>
            </a:solidFill>
            <a:ln w="0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任意多边形: 形状 60">
              <a:extLst>
                <a:ext uri="{FF2B5EF4-FFF2-40B4-BE49-F238E27FC236}">
                  <a16:creationId xmlns:a16="http://schemas.microsoft.com/office/drawing/2014/main" id="{DB595758-284F-8514-D517-9714F3E2097B}"/>
                </a:ext>
              </a:extLst>
            </p:cNvPr>
            <p:cNvSpPr/>
            <p:nvPr/>
          </p:nvSpPr>
          <p:spPr>
            <a:xfrm>
              <a:off x="6468418" y="-6286762"/>
              <a:ext cx="209999" cy="209999"/>
            </a:xfrm>
            <a:custGeom>
              <a:avLst/>
              <a:gdLst>
                <a:gd name="csX0" fmla="*/ 105000 w 209999"/>
                <a:gd name="csY0" fmla="*/ 0 h 209999"/>
                <a:gd name="csX1" fmla="*/ 133636 w 209999"/>
                <a:gd name="csY1" fmla="*/ 76364 h 209999"/>
                <a:gd name="csX2" fmla="*/ 210000 w 209999"/>
                <a:gd name="csY2" fmla="*/ 105000 h 209999"/>
                <a:gd name="csX3" fmla="*/ 133636 w 209999"/>
                <a:gd name="csY3" fmla="*/ 133636 h 209999"/>
                <a:gd name="csX4" fmla="*/ 105000 w 209999"/>
                <a:gd name="csY4" fmla="*/ 210000 h 209999"/>
                <a:gd name="csX5" fmla="*/ 76364 w 209999"/>
                <a:gd name="csY5" fmla="*/ 133636 h 209999"/>
                <a:gd name="csX6" fmla="*/ 0 w 209999"/>
                <a:gd name="csY6" fmla="*/ 105000 h 209999"/>
                <a:gd name="csX7" fmla="*/ 76364 w 209999"/>
                <a:gd name="csY7" fmla="*/ 76364 h 2099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09999" h="209999">
                  <a:moveTo>
                    <a:pt x="105000" y="0"/>
                  </a:moveTo>
                  <a:lnTo>
                    <a:pt x="133636" y="76364"/>
                  </a:lnTo>
                  <a:lnTo>
                    <a:pt x="210000" y="105000"/>
                  </a:lnTo>
                  <a:lnTo>
                    <a:pt x="133636" y="133636"/>
                  </a:lnTo>
                  <a:lnTo>
                    <a:pt x="105000" y="210000"/>
                  </a:lnTo>
                  <a:lnTo>
                    <a:pt x="76364" y="133636"/>
                  </a:lnTo>
                  <a:lnTo>
                    <a:pt x="0" y="105000"/>
                  </a:lnTo>
                  <a:lnTo>
                    <a:pt x="76364" y="76364"/>
                  </a:lnTo>
                  <a:close/>
                </a:path>
              </a:pathLst>
            </a:custGeom>
            <a:noFill/>
            <a:ln w="11447" cap="rnd">
              <a:solidFill>
                <a:srgbClr val="D97706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矩形: 圆角 61">
              <a:extLst>
                <a:ext uri="{FF2B5EF4-FFF2-40B4-BE49-F238E27FC236}">
                  <a16:creationId xmlns:a16="http://schemas.microsoft.com/office/drawing/2014/main" id="{B7FE88B7-7784-5FA3-1A48-28EC6310BDC0}"/>
                </a:ext>
              </a:extLst>
            </p:cNvPr>
            <p:cNvSpPr/>
            <p:nvPr/>
          </p:nvSpPr>
          <p:spPr>
            <a:xfrm>
              <a:off x="8972718" y="-6718992"/>
              <a:ext cx="2672724" cy="1145453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1447" cap="flat">
              <a:solidFill>
                <a:srgbClr val="64748B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矩形: 圆角 62">
              <a:extLst>
                <a:ext uri="{FF2B5EF4-FFF2-40B4-BE49-F238E27FC236}">
                  <a16:creationId xmlns:a16="http://schemas.microsoft.com/office/drawing/2014/main" id="{69DD9096-BD92-74EB-E2D0-457BCDD6B21F}"/>
                </a:ext>
              </a:extLst>
            </p:cNvPr>
            <p:cNvSpPr/>
            <p:nvPr/>
          </p:nvSpPr>
          <p:spPr>
            <a:xfrm>
              <a:off x="9239991" y="-6365810"/>
              <a:ext cx="553635" cy="439090"/>
            </a:xfrm>
            <a:prstGeom prst="roundRect">
              <a:avLst>
                <a:gd name="adj" fmla="val 4347"/>
              </a:avLst>
            </a:prstGeom>
            <a:solidFill>
              <a:srgbClr val="FFFFFF"/>
            </a:solidFill>
            <a:ln w="10493" cap="flat">
              <a:solidFill>
                <a:srgbClr val="64748B"/>
              </a:solidFill>
              <a:custDash>
                <a:ds d="300000" sp="225000"/>
              </a:custDash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任意多边形: 形状 63">
              <a:extLst>
                <a:ext uri="{FF2B5EF4-FFF2-40B4-BE49-F238E27FC236}">
                  <a16:creationId xmlns:a16="http://schemas.microsoft.com/office/drawing/2014/main" id="{30628A36-23DA-773E-B891-F7E582DBDCA7}"/>
                </a:ext>
              </a:extLst>
            </p:cNvPr>
            <p:cNvSpPr/>
            <p:nvPr/>
          </p:nvSpPr>
          <p:spPr>
            <a:xfrm>
              <a:off x="9278172" y="-6203538"/>
              <a:ext cx="477272" cy="229090"/>
            </a:xfrm>
            <a:custGeom>
              <a:avLst/>
              <a:gdLst>
                <a:gd name="csX0" fmla="*/ 0 w 477272"/>
                <a:gd name="csY0" fmla="*/ 229091 h 229090"/>
                <a:gd name="csX1" fmla="*/ 152727 w 477272"/>
                <a:gd name="csY1" fmla="*/ 19091 h 229090"/>
                <a:gd name="csX2" fmla="*/ 267272 w 477272"/>
                <a:gd name="csY2" fmla="*/ 124091 h 229090"/>
                <a:gd name="csX3" fmla="*/ 362727 w 477272"/>
                <a:gd name="csY3" fmla="*/ 0 h 229090"/>
                <a:gd name="csX4" fmla="*/ 477272 w 477272"/>
                <a:gd name="csY4" fmla="*/ 229091 h 2290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77272" h="229090">
                  <a:moveTo>
                    <a:pt x="0" y="229091"/>
                  </a:moveTo>
                  <a:lnTo>
                    <a:pt x="152727" y="19091"/>
                  </a:lnTo>
                  <a:lnTo>
                    <a:pt x="267272" y="124091"/>
                  </a:lnTo>
                  <a:lnTo>
                    <a:pt x="362727" y="0"/>
                  </a:lnTo>
                  <a:lnTo>
                    <a:pt x="477272" y="229091"/>
                  </a:lnTo>
                </a:path>
              </a:pathLst>
            </a:custGeom>
            <a:noFill/>
            <a:ln w="9539" cap="rnd">
              <a:solidFill>
                <a:srgbClr val="64748B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椭圆 64">
              <a:extLst>
                <a:ext uri="{FF2B5EF4-FFF2-40B4-BE49-F238E27FC236}">
                  <a16:creationId xmlns:a16="http://schemas.microsoft.com/office/drawing/2014/main" id="{C7F76C4D-CCA9-A045-3FFF-4D18F27218BC}"/>
                </a:ext>
              </a:extLst>
            </p:cNvPr>
            <p:cNvSpPr/>
            <p:nvPr/>
          </p:nvSpPr>
          <p:spPr>
            <a:xfrm>
              <a:off x="9627536" y="-6274174"/>
              <a:ext cx="45818" cy="45818"/>
            </a:xfrm>
            <a:prstGeom prst="ellipse">
              <a:avLst/>
            </a:prstGeom>
            <a:solidFill>
              <a:srgbClr val="64748B"/>
            </a:solidFill>
            <a:ln w="0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椭圆 65">
              <a:extLst>
                <a:ext uri="{FF2B5EF4-FFF2-40B4-BE49-F238E27FC236}">
                  <a16:creationId xmlns:a16="http://schemas.microsoft.com/office/drawing/2014/main" id="{60A5441C-A57A-B438-4350-08A7F8AB038B}"/>
                </a:ext>
              </a:extLst>
            </p:cNvPr>
            <p:cNvSpPr/>
            <p:nvPr/>
          </p:nvSpPr>
          <p:spPr>
            <a:xfrm>
              <a:off x="10051354" y="-6251265"/>
              <a:ext cx="209999" cy="209999"/>
            </a:xfrm>
            <a:prstGeom prst="ellipse">
              <a:avLst/>
            </a:prstGeom>
            <a:noFill/>
            <a:ln w="12401" cap="flat">
              <a:solidFill>
                <a:srgbClr val="0284C7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任意多边形: 形状 66">
              <a:extLst>
                <a:ext uri="{FF2B5EF4-FFF2-40B4-BE49-F238E27FC236}">
                  <a16:creationId xmlns:a16="http://schemas.microsoft.com/office/drawing/2014/main" id="{FBFAB49A-5023-E78F-72A1-F7BB75A2383B}"/>
                </a:ext>
              </a:extLst>
            </p:cNvPr>
            <p:cNvSpPr/>
            <p:nvPr/>
          </p:nvSpPr>
          <p:spPr>
            <a:xfrm>
              <a:off x="10003626" y="-6146265"/>
              <a:ext cx="305454" cy="9545"/>
            </a:xfrm>
            <a:custGeom>
              <a:avLst/>
              <a:gdLst>
                <a:gd name="csX0" fmla="*/ 0 w 305454"/>
                <a:gd name="csY0" fmla="*/ 0 h 9545"/>
                <a:gd name="csX1" fmla="*/ 305454 w 305454"/>
                <a:gd name="csY1" fmla="*/ 0 h 95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05454" h="9545">
                  <a:moveTo>
                    <a:pt x="0" y="0"/>
                  </a:moveTo>
                  <a:lnTo>
                    <a:pt x="305454" y="0"/>
                  </a:lnTo>
                </a:path>
              </a:pathLst>
            </a:custGeom>
            <a:ln w="10493" cap="flat">
              <a:solidFill>
                <a:srgbClr val="0284C7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任意多边形: 形状 67">
              <a:extLst>
                <a:ext uri="{FF2B5EF4-FFF2-40B4-BE49-F238E27FC236}">
                  <a16:creationId xmlns:a16="http://schemas.microsoft.com/office/drawing/2014/main" id="{13AD18B8-FA03-38B1-F39A-13331599A46A}"/>
                </a:ext>
              </a:extLst>
            </p:cNvPr>
            <p:cNvSpPr/>
            <p:nvPr/>
          </p:nvSpPr>
          <p:spPr>
            <a:xfrm>
              <a:off x="10156353" y="-6298992"/>
              <a:ext cx="9545" cy="305454"/>
            </a:xfrm>
            <a:custGeom>
              <a:avLst/>
              <a:gdLst>
                <a:gd name="csX0" fmla="*/ 0 w 9545"/>
                <a:gd name="csY0" fmla="*/ 0 h 305454"/>
                <a:gd name="csX1" fmla="*/ 0 w 9545"/>
                <a:gd name="csY1" fmla="*/ 305454 h 3054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45" h="305454">
                  <a:moveTo>
                    <a:pt x="0" y="0"/>
                  </a:moveTo>
                  <a:lnTo>
                    <a:pt x="0" y="305454"/>
                  </a:lnTo>
                </a:path>
              </a:pathLst>
            </a:custGeom>
            <a:ln w="10493" cap="flat">
              <a:solidFill>
                <a:srgbClr val="0284C7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椭圆 68">
              <a:extLst>
                <a:ext uri="{FF2B5EF4-FFF2-40B4-BE49-F238E27FC236}">
                  <a16:creationId xmlns:a16="http://schemas.microsoft.com/office/drawing/2014/main" id="{BFB5466B-DA6A-3BBD-FEB3-46B7C4834A92}"/>
                </a:ext>
              </a:extLst>
            </p:cNvPr>
            <p:cNvSpPr/>
            <p:nvPr/>
          </p:nvSpPr>
          <p:spPr>
            <a:xfrm>
              <a:off x="10135353" y="-6167265"/>
              <a:ext cx="41999" cy="41999"/>
            </a:xfrm>
            <a:prstGeom prst="ellipse">
              <a:avLst/>
            </a:prstGeom>
            <a:solidFill>
              <a:srgbClr val="0284C7"/>
            </a:solidFill>
            <a:ln w="0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矩形: 圆角 69">
              <a:extLst>
                <a:ext uri="{FF2B5EF4-FFF2-40B4-BE49-F238E27FC236}">
                  <a16:creationId xmlns:a16="http://schemas.microsoft.com/office/drawing/2014/main" id="{ED7439D4-1BDD-96DB-D627-1EB073A7143A}"/>
                </a:ext>
              </a:extLst>
            </p:cNvPr>
            <p:cNvSpPr/>
            <p:nvPr/>
          </p:nvSpPr>
          <p:spPr>
            <a:xfrm>
              <a:off x="3436360" y="-4905357"/>
              <a:ext cx="2290906" cy="1145453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3355" cap="flat">
              <a:solidFill>
                <a:srgbClr val="0284C7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椭圆 70">
              <a:extLst>
                <a:ext uri="{FF2B5EF4-FFF2-40B4-BE49-F238E27FC236}">
                  <a16:creationId xmlns:a16="http://schemas.microsoft.com/office/drawing/2014/main" id="{F393173D-BF5B-7220-4C45-4861D71B9EEC}"/>
                </a:ext>
              </a:extLst>
            </p:cNvPr>
            <p:cNvSpPr/>
            <p:nvPr/>
          </p:nvSpPr>
          <p:spPr>
            <a:xfrm>
              <a:off x="3646360" y="-4370812"/>
              <a:ext cx="76363" cy="76363"/>
            </a:xfrm>
            <a:prstGeom prst="ellipse">
              <a:avLst/>
            </a:prstGeom>
            <a:solidFill>
              <a:srgbClr val="0284C7"/>
            </a:solidFill>
            <a:ln w="0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任意多边形: 形状 71">
              <a:extLst>
                <a:ext uri="{FF2B5EF4-FFF2-40B4-BE49-F238E27FC236}">
                  <a16:creationId xmlns:a16="http://schemas.microsoft.com/office/drawing/2014/main" id="{86EA8E57-45D5-EB16-5F89-332F3E75C9AB}"/>
                </a:ext>
              </a:extLst>
            </p:cNvPr>
            <p:cNvSpPr/>
            <p:nvPr/>
          </p:nvSpPr>
          <p:spPr>
            <a:xfrm>
              <a:off x="3722723" y="-4523539"/>
              <a:ext cx="477272" cy="190908"/>
            </a:xfrm>
            <a:custGeom>
              <a:avLst/>
              <a:gdLst>
                <a:gd name="csX0" fmla="*/ 0 w 477272"/>
                <a:gd name="csY0" fmla="*/ 190909 h 190908"/>
                <a:gd name="csX1" fmla="*/ 477272 w 477272"/>
                <a:gd name="csY1" fmla="*/ 0 h 1909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77272" h="190908">
                  <a:moveTo>
                    <a:pt x="0" y="190909"/>
                  </a:moveTo>
                  <a:cubicBezTo>
                    <a:pt x="248182" y="190909"/>
                    <a:pt x="248182" y="0"/>
                    <a:pt x="477272" y="0"/>
                  </a:cubicBezTo>
                </a:path>
              </a:pathLst>
            </a:custGeom>
            <a:noFill/>
            <a:ln w="11447" cap="rnd">
              <a:solidFill>
                <a:srgbClr val="94A3B8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矩形: 圆角 72">
              <a:extLst>
                <a:ext uri="{FF2B5EF4-FFF2-40B4-BE49-F238E27FC236}">
                  <a16:creationId xmlns:a16="http://schemas.microsoft.com/office/drawing/2014/main" id="{7232DC58-401C-BD30-5039-C9998FB19D7F}"/>
                </a:ext>
              </a:extLst>
            </p:cNvPr>
            <p:cNvSpPr/>
            <p:nvPr/>
          </p:nvSpPr>
          <p:spPr>
            <a:xfrm>
              <a:off x="4199996" y="-4599903"/>
              <a:ext cx="286363" cy="152727"/>
            </a:xfrm>
            <a:prstGeom prst="roundRect">
              <a:avLst>
                <a:gd name="adj" fmla="val 12499"/>
              </a:avLst>
            </a:prstGeom>
            <a:solidFill>
              <a:srgbClr val="E0F2FE"/>
            </a:solidFill>
            <a:ln w="9539" cap="flat">
              <a:solidFill>
                <a:srgbClr val="0284C7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任意多边形: 形状 73">
              <a:extLst>
                <a:ext uri="{FF2B5EF4-FFF2-40B4-BE49-F238E27FC236}">
                  <a16:creationId xmlns:a16="http://schemas.microsoft.com/office/drawing/2014/main" id="{A2B932E5-386A-E41F-FE8D-061EB76C53C9}"/>
                </a:ext>
              </a:extLst>
            </p:cNvPr>
            <p:cNvSpPr/>
            <p:nvPr/>
          </p:nvSpPr>
          <p:spPr>
            <a:xfrm>
              <a:off x="3722723" y="-4332630"/>
              <a:ext cx="477272" cy="9545"/>
            </a:xfrm>
            <a:custGeom>
              <a:avLst/>
              <a:gdLst>
                <a:gd name="csX0" fmla="*/ 0 w 477272"/>
                <a:gd name="csY0" fmla="*/ 0 h 9545"/>
                <a:gd name="csX1" fmla="*/ 477272 w 477272"/>
                <a:gd name="csY1" fmla="*/ 0 h 95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77272" h="9545">
                  <a:moveTo>
                    <a:pt x="0" y="0"/>
                  </a:moveTo>
                  <a:cubicBezTo>
                    <a:pt x="248182" y="0"/>
                    <a:pt x="248182" y="0"/>
                    <a:pt x="477272" y="0"/>
                  </a:cubicBezTo>
                </a:path>
              </a:pathLst>
            </a:custGeom>
            <a:noFill/>
            <a:ln w="11447" cap="rnd">
              <a:solidFill>
                <a:srgbClr val="94A3B8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矩形: 圆角 74">
              <a:extLst>
                <a:ext uri="{FF2B5EF4-FFF2-40B4-BE49-F238E27FC236}">
                  <a16:creationId xmlns:a16="http://schemas.microsoft.com/office/drawing/2014/main" id="{D9595200-F64B-04D7-8FF1-1B288AD02794}"/>
                </a:ext>
              </a:extLst>
            </p:cNvPr>
            <p:cNvSpPr/>
            <p:nvPr/>
          </p:nvSpPr>
          <p:spPr>
            <a:xfrm>
              <a:off x="4199996" y="-4408994"/>
              <a:ext cx="286363" cy="152727"/>
            </a:xfrm>
            <a:prstGeom prst="roundRect">
              <a:avLst>
                <a:gd name="adj" fmla="val 12499"/>
              </a:avLst>
            </a:prstGeom>
            <a:solidFill>
              <a:srgbClr val="E0F2FE"/>
            </a:solidFill>
            <a:ln w="9539" cap="flat">
              <a:solidFill>
                <a:srgbClr val="0284C7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" name="任意多边形: 形状 75">
              <a:extLst>
                <a:ext uri="{FF2B5EF4-FFF2-40B4-BE49-F238E27FC236}">
                  <a16:creationId xmlns:a16="http://schemas.microsoft.com/office/drawing/2014/main" id="{6EB90A9B-531A-858A-676F-9A65E2CDC772}"/>
                </a:ext>
              </a:extLst>
            </p:cNvPr>
            <p:cNvSpPr/>
            <p:nvPr/>
          </p:nvSpPr>
          <p:spPr>
            <a:xfrm>
              <a:off x="3722723" y="-4332630"/>
              <a:ext cx="477272" cy="190908"/>
            </a:xfrm>
            <a:custGeom>
              <a:avLst/>
              <a:gdLst>
                <a:gd name="csX0" fmla="*/ 0 w 477272"/>
                <a:gd name="csY0" fmla="*/ 0 h 190908"/>
                <a:gd name="csX1" fmla="*/ 477272 w 477272"/>
                <a:gd name="csY1" fmla="*/ 190909 h 1909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77272" h="190908">
                  <a:moveTo>
                    <a:pt x="0" y="0"/>
                  </a:moveTo>
                  <a:cubicBezTo>
                    <a:pt x="248182" y="0"/>
                    <a:pt x="248182" y="190909"/>
                    <a:pt x="477272" y="190909"/>
                  </a:cubicBezTo>
                </a:path>
              </a:pathLst>
            </a:custGeom>
            <a:noFill/>
            <a:ln w="11447" cap="rnd">
              <a:solidFill>
                <a:srgbClr val="94A3B8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矩形: 圆角 76">
              <a:extLst>
                <a:ext uri="{FF2B5EF4-FFF2-40B4-BE49-F238E27FC236}">
                  <a16:creationId xmlns:a16="http://schemas.microsoft.com/office/drawing/2014/main" id="{F09180AC-EB22-2095-C337-C7BD9BEC9701}"/>
                </a:ext>
              </a:extLst>
            </p:cNvPr>
            <p:cNvSpPr/>
            <p:nvPr/>
          </p:nvSpPr>
          <p:spPr>
            <a:xfrm>
              <a:off x="4199996" y="-4218085"/>
              <a:ext cx="286363" cy="152727"/>
            </a:xfrm>
            <a:prstGeom prst="roundRect">
              <a:avLst>
                <a:gd name="adj" fmla="val 12499"/>
              </a:avLst>
            </a:prstGeom>
            <a:solidFill>
              <a:srgbClr val="E0F2FE"/>
            </a:solidFill>
            <a:ln w="9539" cap="flat">
              <a:solidFill>
                <a:srgbClr val="0284C7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矩形: 圆角 77">
              <a:extLst>
                <a:ext uri="{FF2B5EF4-FFF2-40B4-BE49-F238E27FC236}">
                  <a16:creationId xmlns:a16="http://schemas.microsoft.com/office/drawing/2014/main" id="{71DDF9B3-F2C5-0475-4800-94B618911067}"/>
                </a:ext>
              </a:extLst>
            </p:cNvPr>
            <p:cNvSpPr/>
            <p:nvPr/>
          </p:nvSpPr>
          <p:spPr>
            <a:xfrm>
              <a:off x="6109085" y="-4905357"/>
              <a:ext cx="2290906" cy="1145453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2401" cap="flat">
              <a:solidFill>
                <a:srgbClr val="0D9488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矩形: 圆角 78">
              <a:extLst>
                <a:ext uri="{FF2B5EF4-FFF2-40B4-BE49-F238E27FC236}">
                  <a16:creationId xmlns:a16="http://schemas.microsoft.com/office/drawing/2014/main" id="{23894C94-3A7C-25BA-CE31-ECDD6B1F5B8E}"/>
                </a:ext>
              </a:extLst>
            </p:cNvPr>
            <p:cNvSpPr/>
            <p:nvPr/>
          </p:nvSpPr>
          <p:spPr>
            <a:xfrm>
              <a:off x="6338175" y="-4676266"/>
              <a:ext cx="305454" cy="190908"/>
            </a:xfrm>
            <a:prstGeom prst="roundRect">
              <a:avLst>
                <a:gd name="adj" fmla="val 10000"/>
              </a:avLst>
            </a:prstGeom>
            <a:solidFill>
              <a:srgbClr val="E0F2FE"/>
            </a:solidFill>
            <a:ln w="9539" cap="flat">
              <a:solidFill>
                <a:srgbClr val="0284C7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任意多边形: 形状 79">
              <a:extLst>
                <a:ext uri="{FF2B5EF4-FFF2-40B4-BE49-F238E27FC236}">
                  <a16:creationId xmlns:a16="http://schemas.microsoft.com/office/drawing/2014/main" id="{8249D0F6-335F-2042-F2E4-5D66F4CB554F}"/>
                </a:ext>
              </a:extLst>
            </p:cNvPr>
            <p:cNvSpPr/>
            <p:nvPr/>
          </p:nvSpPr>
          <p:spPr>
            <a:xfrm>
              <a:off x="6395448" y="-4580812"/>
              <a:ext cx="190908" cy="9545"/>
            </a:xfrm>
            <a:custGeom>
              <a:avLst/>
              <a:gdLst>
                <a:gd name="csX0" fmla="*/ 0 w 190908"/>
                <a:gd name="csY0" fmla="*/ 0 h 9545"/>
                <a:gd name="csX1" fmla="*/ 190909 w 190908"/>
                <a:gd name="csY1" fmla="*/ 0 h 95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90908" h="9545">
                  <a:moveTo>
                    <a:pt x="0" y="0"/>
                  </a:moveTo>
                  <a:lnTo>
                    <a:pt x="190909" y="0"/>
                  </a:lnTo>
                </a:path>
              </a:pathLst>
            </a:custGeom>
            <a:ln w="8585" cap="flat">
              <a:solidFill>
                <a:srgbClr val="0284C7">
                  <a:alpha val="5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矩形: 圆角 80">
              <a:extLst>
                <a:ext uri="{FF2B5EF4-FFF2-40B4-BE49-F238E27FC236}">
                  <a16:creationId xmlns:a16="http://schemas.microsoft.com/office/drawing/2014/main" id="{3BC92CBB-4017-D072-3BC5-1E7EF4E33893}"/>
                </a:ext>
              </a:extLst>
            </p:cNvPr>
            <p:cNvSpPr/>
            <p:nvPr/>
          </p:nvSpPr>
          <p:spPr>
            <a:xfrm>
              <a:off x="6719993" y="-4676266"/>
              <a:ext cx="305454" cy="190908"/>
            </a:xfrm>
            <a:prstGeom prst="roundRect">
              <a:avLst>
                <a:gd name="adj" fmla="val 10000"/>
              </a:avLst>
            </a:prstGeom>
            <a:solidFill>
              <a:srgbClr val="E0F2FE"/>
            </a:solidFill>
            <a:ln w="9539" cap="flat">
              <a:solidFill>
                <a:srgbClr val="0284C7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任意多边形: 形状 81">
              <a:extLst>
                <a:ext uri="{FF2B5EF4-FFF2-40B4-BE49-F238E27FC236}">
                  <a16:creationId xmlns:a16="http://schemas.microsoft.com/office/drawing/2014/main" id="{12582FBC-3D68-4BDE-2E91-4EDDA34B58B1}"/>
                </a:ext>
              </a:extLst>
            </p:cNvPr>
            <p:cNvSpPr/>
            <p:nvPr/>
          </p:nvSpPr>
          <p:spPr>
            <a:xfrm>
              <a:off x="6777266" y="-4580812"/>
              <a:ext cx="190908" cy="9545"/>
            </a:xfrm>
            <a:custGeom>
              <a:avLst/>
              <a:gdLst>
                <a:gd name="csX0" fmla="*/ 0 w 190908"/>
                <a:gd name="csY0" fmla="*/ 0 h 9545"/>
                <a:gd name="csX1" fmla="*/ 190909 w 190908"/>
                <a:gd name="csY1" fmla="*/ 0 h 95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90908" h="9545">
                  <a:moveTo>
                    <a:pt x="0" y="0"/>
                  </a:moveTo>
                  <a:lnTo>
                    <a:pt x="190909" y="0"/>
                  </a:lnTo>
                </a:path>
              </a:pathLst>
            </a:custGeom>
            <a:ln w="8585" cap="flat">
              <a:solidFill>
                <a:srgbClr val="0284C7">
                  <a:alpha val="5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矩形: 圆角 82">
              <a:extLst>
                <a:ext uri="{FF2B5EF4-FFF2-40B4-BE49-F238E27FC236}">
                  <a16:creationId xmlns:a16="http://schemas.microsoft.com/office/drawing/2014/main" id="{89D354F8-02B3-345C-3BDE-F63AEA0850FB}"/>
                </a:ext>
              </a:extLst>
            </p:cNvPr>
            <p:cNvSpPr/>
            <p:nvPr/>
          </p:nvSpPr>
          <p:spPr>
            <a:xfrm>
              <a:off x="7101811" y="-4676266"/>
              <a:ext cx="305454" cy="190908"/>
            </a:xfrm>
            <a:prstGeom prst="roundRect">
              <a:avLst>
                <a:gd name="adj" fmla="val 10000"/>
              </a:avLst>
            </a:prstGeom>
            <a:solidFill>
              <a:srgbClr val="E0F2FE"/>
            </a:solidFill>
            <a:ln w="9539" cap="flat">
              <a:solidFill>
                <a:srgbClr val="0284C7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任意多边形: 形状 83">
              <a:extLst>
                <a:ext uri="{FF2B5EF4-FFF2-40B4-BE49-F238E27FC236}">
                  <a16:creationId xmlns:a16="http://schemas.microsoft.com/office/drawing/2014/main" id="{33637CE9-9283-D676-27C5-4C739ADFDA99}"/>
                </a:ext>
              </a:extLst>
            </p:cNvPr>
            <p:cNvSpPr/>
            <p:nvPr/>
          </p:nvSpPr>
          <p:spPr>
            <a:xfrm>
              <a:off x="7159084" y="-4580812"/>
              <a:ext cx="190908" cy="9545"/>
            </a:xfrm>
            <a:custGeom>
              <a:avLst/>
              <a:gdLst>
                <a:gd name="csX0" fmla="*/ 0 w 190908"/>
                <a:gd name="csY0" fmla="*/ 0 h 9545"/>
                <a:gd name="csX1" fmla="*/ 190909 w 190908"/>
                <a:gd name="csY1" fmla="*/ 0 h 95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90908" h="9545">
                  <a:moveTo>
                    <a:pt x="0" y="0"/>
                  </a:moveTo>
                  <a:lnTo>
                    <a:pt x="190909" y="0"/>
                  </a:lnTo>
                </a:path>
              </a:pathLst>
            </a:custGeom>
            <a:ln w="8585" cap="flat">
              <a:solidFill>
                <a:srgbClr val="0284C7">
                  <a:alpha val="5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矩形: 圆角 84">
              <a:extLst>
                <a:ext uri="{FF2B5EF4-FFF2-40B4-BE49-F238E27FC236}">
                  <a16:creationId xmlns:a16="http://schemas.microsoft.com/office/drawing/2014/main" id="{D71E1BE6-44DC-D058-DDFC-31F431355FFD}"/>
                </a:ext>
              </a:extLst>
            </p:cNvPr>
            <p:cNvSpPr/>
            <p:nvPr/>
          </p:nvSpPr>
          <p:spPr>
            <a:xfrm>
              <a:off x="6338175" y="-4389903"/>
              <a:ext cx="305454" cy="190908"/>
            </a:xfrm>
            <a:prstGeom prst="roundRect">
              <a:avLst>
                <a:gd name="adj" fmla="val 10000"/>
              </a:avLst>
            </a:prstGeom>
            <a:solidFill>
              <a:srgbClr val="E0F2FE"/>
            </a:solidFill>
            <a:ln w="9539" cap="flat">
              <a:solidFill>
                <a:srgbClr val="0284C7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" name="任意多边形: 形状 85">
              <a:extLst>
                <a:ext uri="{FF2B5EF4-FFF2-40B4-BE49-F238E27FC236}">
                  <a16:creationId xmlns:a16="http://schemas.microsoft.com/office/drawing/2014/main" id="{8B288DF0-5BA1-150D-292E-FB99A3E02ABC}"/>
                </a:ext>
              </a:extLst>
            </p:cNvPr>
            <p:cNvSpPr/>
            <p:nvPr/>
          </p:nvSpPr>
          <p:spPr>
            <a:xfrm>
              <a:off x="6395448" y="-4294449"/>
              <a:ext cx="190908" cy="9545"/>
            </a:xfrm>
            <a:custGeom>
              <a:avLst/>
              <a:gdLst>
                <a:gd name="csX0" fmla="*/ 0 w 190908"/>
                <a:gd name="csY0" fmla="*/ 0 h 9545"/>
                <a:gd name="csX1" fmla="*/ 190909 w 190908"/>
                <a:gd name="csY1" fmla="*/ 0 h 95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90908" h="9545">
                  <a:moveTo>
                    <a:pt x="0" y="0"/>
                  </a:moveTo>
                  <a:lnTo>
                    <a:pt x="190909" y="0"/>
                  </a:lnTo>
                </a:path>
              </a:pathLst>
            </a:custGeom>
            <a:ln w="8585" cap="flat">
              <a:solidFill>
                <a:srgbClr val="0284C7">
                  <a:alpha val="5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" name="矩形: 圆角 86">
              <a:extLst>
                <a:ext uri="{FF2B5EF4-FFF2-40B4-BE49-F238E27FC236}">
                  <a16:creationId xmlns:a16="http://schemas.microsoft.com/office/drawing/2014/main" id="{657EAD30-E629-1471-21BE-D9E001D79FCF}"/>
                </a:ext>
              </a:extLst>
            </p:cNvPr>
            <p:cNvSpPr/>
            <p:nvPr/>
          </p:nvSpPr>
          <p:spPr>
            <a:xfrm>
              <a:off x="6719993" y="-4389903"/>
              <a:ext cx="305454" cy="190908"/>
            </a:xfrm>
            <a:prstGeom prst="roundRect">
              <a:avLst>
                <a:gd name="adj" fmla="val 10000"/>
              </a:avLst>
            </a:prstGeom>
            <a:solidFill>
              <a:srgbClr val="0284C7"/>
            </a:solidFill>
            <a:ln w="9539" cap="flat">
              <a:solidFill>
                <a:srgbClr val="0284C7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矩形: 圆角 87">
              <a:extLst>
                <a:ext uri="{FF2B5EF4-FFF2-40B4-BE49-F238E27FC236}">
                  <a16:creationId xmlns:a16="http://schemas.microsoft.com/office/drawing/2014/main" id="{3EE7C81E-C814-FC40-86BE-91BC98271C04}"/>
                </a:ext>
              </a:extLst>
            </p:cNvPr>
            <p:cNvSpPr/>
            <p:nvPr/>
          </p:nvSpPr>
          <p:spPr>
            <a:xfrm>
              <a:off x="7101811" y="-4389903"/>
              <a:ext cx="305454" cy="190908"/>
            </a:xfrm>
            <a:prstGeom prst="roundRect">
              <a:avLst>
                <a:gd name="adj" fmla="val 10000"/>
              </a:avLst>
            </a:prstGeom>
            <a:solidFill>
              <a:srgbClr val="E0F2FE"/>
            </a:solidFill>
            <a:ln w="9539" cap="flat">
              <a:solidFill>
                <a:srgbClr val="0284C7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" name="任意多边形: 形状 88">
              <a:extLst>
                <a:ext uri="{FF2B5EF4-FFF2-40B4-BE49-F238E27FC236}">
                  <a16:creationId xmlns:a16="http://schemas.microsoft.com/office/drawing/2014/main" id="{3454787C-33C5-C1C0-2725-4880BE7ED9B4}"/>
                </a:ext>
              </a:extLst>
            </p:cNvPr>
            <p:cNvSpPr/>
            <p:nvPr/>
          </p:nvSpPr>
          <p:spPr>
            <a:xfrm>
              <a:off x="7159084" y="-4294449"/>
              <a:ext cx="190908" cy="9545"/>
            </a:xfrm>
            <a:custGeom>
              <a:avLst/>
              <a:gdLst>
                <a:gd name="csX0" fmla="*/ 0 w 190908"/>
                <a:gd name="csY0" fmla="*/ 0 h 9545"/>
                <a:gd name="csX1" fmla="*/ 190909 w 190908"/>
                <a:gd name="csY1" fmla="*/ 0 h 95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90908" h="9545">
                  <a:moveTo>
                    <a:pt x="0" y="0"/>
                  </a:moveTo>
                  <a:lnTo>
                    <a:pt x="190909" y="0"/>
                  </a:lnTo>
                </a:path>
              </a:pathLst>
            </a:custGeom>
            <a:ln w="8585" cap="flat">
              <a:solidFill>
                <a:srgbClr val="0284C7">
                  <a:alpha val="5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" name="矩形: 圆角 89">
              <a:extLst>
                <a:ext uri="{FF2B5EF4-FFF2-40B4-BE49-F238E27FC236}">
                  <a16:creationId xmlns:a16="http://schemas.microsoft.com/office/drawing/2014/main" id="{26758BF7-0298-1BBA-E412-9E3A5286003B}"/>
                </a:ext>
              </a:extLst>
            </p:cNvPr>
            <p:cNvSpPr/>
            <p:nvPr/>
          </p:nvSpPr>
          <p:spPr>
            <a:xfrm>
              <a:off x="8781809" y="-4905357"/>
              <a:ext cx="2290906" cy="1145453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2401" cap="flat">
              <a:solidFill>
                <a:srgbClr val="0D9488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" name="任意多边形: 形状 90">
              <a:extLst>
                <a:ext uri="{FF2B5EF4-FFF2-40B4-BE49-F238E27FC236}">
                  <a16:creationId xmlns:a16="http://schemas.microsoft.com/office/drawing/2014/main" id="{63987C5C-2504-BD3D-27F7-5FCFFF49EA66}"/>
                </a:ext>
              </a:extLst>
            </p:cNvPr>
            <p:cNvSpPr/>
            <p:nvPr/>
          </p:nvSpPr>
          <p:spPr>
            <a:xfrm>
              <a:off x="8972718" y="-4008085"/>
              <a:ext cx="954544" cy="9545"/>
            </a:xfrm>
            <a:custGeom>
              <a:avLst/>
              <a:gdLst>
                <a:gd name="csX0" fmla="*/ 0 w 954544"/>
                <a:gd name="csY0" fmla="*/ 0 h 9545"/>
                <a:gd name="csX1" fmla="*/ 954545 w 954544"/>
                <a:gd name="csY1" fmla="*/ 0 h 95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4544" h="9545">
                  <a:moveTo>
                    <a:pt x="0" y="0"/>
                  </a:moveTo>
                  <a:lnTo>
                    <a:pt x="954545" y="0"/>
                  </a:lnTo>
                </a:path>
              </a:pathLst>
            </a:custGeom>
            <a:ln w="10493" cap="flat">
              <a:solidFill>
                <a:srgbClr val="CBD5E1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" name="矩形: 圆角 91">
              <a:extLst>
                <a:ext uri="{FF2B5EF4-FFF2-40B4-BE49-F238E27FC236}">
                  <a16:creationId xmlns:a16="http://schemas.microsoft.com/office/drawing/2014/main" id="{3BCB8ED9-4B70-DE75-582F-CD2176EEC229}"/>
                </a:ext>
              </a:extLst>
            </p:cNvPr>
            <p:cNvSpPr/>
            <p:nvPr/>
          </p:nvSpPr>
          <p:spPr>
            <a:xfrm>
              <a:off x="8991809" y="-4103540"/>
              <a:ext cx="57272" cy="95454"/>
            </a:xfrm>
            <a:prstGeom prst="roundRect">
              <a:avLst>
                <a:gd name="adj" fmla="val 16666"/>
              </a:avLst>
            </a:prstGeom>
            <a:solidFill>
              <a:srgbClr val="CBD5E1"/>
            </a:solidFill>
            <a:ln w="9539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矩形: 圆角 92">
              <a:extLst>
                <a:ext uri="{FF2B5EF4-FFF2-40B4-BE49-F238E27FC236}">
                  <a16:creationId xmlns:a16="http://schemas.microsoft.com/office/drawing/2014/main" id="{C0DC567E-0B20-BD79-19F4-A64512F1D57A}"/>
                </a:ext>
              </a:extLst>
            </p:cNvPr>
            <p:cNvSpPr/>
            <p:nvPr/>
          </p:nvSpPr>
          <p:spPr>
            <a:xfrm>
              <a:off x="9087264" y="-4141721"/>
              <a:ext cx="57272" cy="133636"/>
            </a:xfrm>
            <a:prstGeom prst="roundRect">
              <a:avLst>
                <a:gd name="adj" fmla="val 16666"/>
              </a:avLst>
            </a:prstGeom>
            <a:solidFill>
              <a:srgbClr val="CBD5E1"/>
            </a:solidFill>
            <a:ln w="9539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矩形: 圆角 93">
              <a:extLst>
                <a:ext uri="{FF2B5EF4-FFF2-40B4-BE49-F238E27FC236}">
                  <a16:creationId xmlns:a16="http://schemas.microsoft.com/office/drawing/2014/main" id="{1B16539D-95F6-DCFD-E033-B844A05011FA}"/>
                </a:ext>
              </a:extLst>
            </p:cNvPr>
            <p:cNvSpPr/>
            <p:nvPr/>
          </p:nvSpPr>
          <p:spPr>
            <a:xfrm>
              <a:off x="9173173" y="-4179903"/>
              <a:ext cx="57272" cy="171818"/>
            </a:xfrm>
            <a:prstGeom prst="roundRect">
              <a:avLst>
                <a:gd name="adj" fmla="val 16666"/>
              </a:avLst>
            </a:prstGeom>
            <a:solidFill>
              <a:srgbClr val="CBD5E1"/>
            </a:solidFill>
            <a:ln w="9539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矩形: 圆角 94">
              <a:extLst>
                <a:ext uri="{FF2B5EF4-FFF2-40B4-BE49-F238E27FC236}">
                  <a16:creationId xmlns:a16="http://schemas.microsoft.com/office/drawing/2014/main" id="{76CC2645-C567-AD8D-EC8D-41422CF8D458}"/>
                </a:ext>
              </a:extLst>
            </p:cNvPr>
            <p:cNvSpPr/>
            <p:nvPr/>
          </p:nvSpPr>
          <p:spPr>
            <a:xfrm>
              <a:off x="9259082" y="-4218085"/>
              <a:ext cx="57272" cy="209999"/>
            </a:xfrm>
            <a:prstGeom prst="roundRect">
              <a:avLst>
                <a:gd name="adj" fmla="val 16666"/>
              </a:avLst>
            </a:prstGeom>
            <a:solidFill>
              <a:srgbClr val="CBD5E1"/>
            </a:solidFill>
            <a:ln w="9539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矩形: 圆角 95">
              <a:extLst>
                <a:ext uri="{FF2B5EF4-FFF2-40B4-BE49-F238E27FC236}">
                  <a16:creationId xmlns:a16="http://schemas.microsoft.com/office/drawing/2014/main" id="{D21C78DD-058E-505E-4EAD-63C23E8565E4}"/>
                </a:ext>
              </a:extLst>
            </p:cNvPr>
            <p:cNvSpPr/>
            <p:nvPr/>
          </p:nvSpPr>
          <p:spPr>
            <a:xfrm>
              <a:off x="9354536" y="-4256267"/>
              <a:ext cx="57272" cy="248181"/>
            </a:xfrm>
            <a:prstGeom prst="roundRect">
              <a:avLst>
                <a:gd name="adj" fmla="val 16666"/>
              </a:avLst>
            </a:prstGeom>
            <a:solidFill>
              <a:srgbClr val="CBD5E1"/>
            </a:solidFill>
            <a:ln w="9539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矩形: 圆角 96">
              <a:extLst>
                <a:ext uri="{FF2B5EF4-FFF2-40B4-BE49-F238E27FC236}">
                  <a16:creationId xmlns:a16="http://schemas.microsoft.com/office/drawing/2014/main" id="{BCC0F158-E064-0FA4-F304-5515EE871A3F}"/>
                </a:ext>
              </a:extLst>
            </p:cNvPr>
            <p:cNvSpPr/>
            <p:nvPr/>
          </p:nvSpPr>
          <p:spPr>
            <a:xfrm>
              <a:off x="9449991" y="-4103540"/>
              <a:ext cx="57272" cy="95454"/>
            </a:xfrm>
            <a:prstGeom prst="roundRect">
              <a:avLst>
                <a:gd name="adj" fmla="val 16666"/>
              </a:avLst>
            </a:prstGeom>
            <a:solidFill>
              <a:srgbClr val="CBD5E1"/>
            </a:solidFill>
            <a:ln w="9539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" name="矩形: 圆角 97">
              <a:extLst>
                <a:ext uri="{FF2B5EF4-FFF2-40B4-BE49-F238E27FC236}">
                  <a16:creationId xmlns:a16="http://schemas.microsoft.com/office/drawing/2014/main" id="{127633D5-9EB8-7B15-4B58-2CA6DE18370C}"/>
                </a:ext>
              </a:extLst>
            </p:cNvPr>
            <p:cNvSpPr/>
            <p:nvPr/>
          </p:nvSpPr>
          <p:spPr>
            <a:xfrm>
              <a:off x="9535900" y="-4141721"/>
              <a:ext cx="57272" cy="133636"/>
            </a:xfrm>
            <a:prstGeom prst="roundRect">
              <a:avLst>
                <a:gd name="adj" fmla="val 16666"/>
              </a:avLst>
            </a:prstGeom>
            <a:solidFill>
              <a:srgbClr val="CBD5E1"/>
            </a:solidFill>
            <a:ln w="9539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矩形: 圆角 98">
              <a:extLst>
                <a:ext uri="{FF2B5EF4-FFF2-40B4-BE49-F238E27FC236}">
                  <a16:creationId xmlns:a16="http://schemas.microsoft.com/office/drawing/2014/main" id="{9A3031B8-D22B-0F37-BFBC-20618579D964}"/>
                </a:ext>
              </a:extLst>
            </p:cNvPr>
            <p:cNvSpPr/>
            <p:nvPr/>
          </p:nvSpPr>
          <p:spPr>
            <a:xfrm>
              <a:off x="9621809" y="-4179903"/>
              <a:ext cx="57272" cy="171818"/>
            </a:xfrm>
            <a:prstGeom prst="roundRect">
              <a:avLst>
                <a:gd name="adj" fmla="val 16666"/>
              </a:avLst>
            </a:prstGeom>
            <a:solidFill>
              <a:srgbClr val="CBD5E1"/>
            </a:solidFill>
            <a:ln w="9539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矩形: 圆角 99">
              <a:extLst>
                <a:ext uri="{FF2B5EF4-FFF2-40B4-BE49-F238E27FC236}">
                  <a16:creationId xmlns:a16="http://schemas.microsoft.com/office/drawing/2014/main" id="{A9F33306-3310-3094-2A0E-0F6A3512FC54}"/>
                </a:ext>
              </a:extLst>
            </p:cNvPr>
            <p:cNvSpPr/>
            <p:nvPr/>
          </p:nvSpPr>
          <p:spPr>
            <a:xfrm>
              <a:off x="9717263" y="-4218085"/>
              <a:ext cx="57272" cy="209999"/>
            </a:xfrm>
            <a:prstGeom prst="roundRect">
              <a:avLst>
                <a:gd name="adj" fmla="val 16666"/>
              </a:avLst>
            </a:prstGeom>
            <a:solidFill>
              <a:srgbClr val="CBD5E1"/>
            </a:solidFill>
            <a:ln w="9539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矩形: 圆角 100">
              <a:extLst>
                <a:ext uri="{FF2B5EF4-FFF2-40B4-BE49-F238E27FC236}">
                  <a16:creationId xmlns:a16="http://schemas.microsoft.com/office/drawing/2014/main" id="{F69476FF-EF07-C008-58CE-6D1A02B15E06}"/>
                </a:ext>
              </a:extLst>
            </p:cNvPr>
            <p:cNvSpPr/>
            <p:nvPr/>
          </p:nvSpPr>
          <p:spPr>
            <a:xfrm>
              <a:off x="9812717" y="-4256267"/>
              <a:ext cx="57272" cy="248181"/>
            </a:xfrm>
            <a:prstGeom prst="roundRect">
              <a:avLst>
                <a:gd name="adj" fmla="val 16666"/>
              </a:avLst>
            </a:prstGeom>
            <a:solidFill>
              <a:srgbClr val="CBD5E1"/>
            </a:solidFill>
            <a:ln w="9539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矩形: 圆角 101">
              <a:extLst>
                <a:ext uri="{FF2B5EF4-FFF2-40B4-BE49-F238E27FC236}">
                  <a16:creationId xmlns:a16="http://schemas.microsoft.com/office/drawing/2014/main" id="{C994DEE2-C3AD-0BB8-5FE1-81DA27F9EBB7}"/>
                </a:ext>
              </a:extLst>
            </p:cNvPr>
            <p:cNvSpPr/>
            <p:nvPr/>
          </p:nvSpPr>
          <p:spPr>
            <a:xfrm>
              <a:off x="9898626" y="-4103540"/>
              <a:ext cx="57272" cy="95454"/>
            </a:xfrm>
            <a:prstGeom prst="roundRect">
              <a:avLst>
                <a:gd name="adj" fmla="val 16666"/>
              </a:avLst>
            </a:prstGeom>
            <a:solidFill>
              <a:srgbClr val="CBD5E1"/>
            </a:solidFill>
            <a:ln w="9539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矩形: 圆角 102">
              <a:extLst>
                <a:ext uri="{FF2B5EF4-FFF2-40B4-BE49-F238E27FC236}">
                  <a16:creationId xmlns:a16="http://schemas.microsoft.com/office/drawing/2014/main" id="{8B53E29D-8A27-54A0-A2A3-87FEF9CE982D}"/>
                </a:ext>
              </a:extLst>
            </p:cNvPr>
            <p:cNvSpPr/>
            <p:nvPr/>
          </p:nvSpPr>
          <p:spPr>
            <a:xfrm>
              <a:off x="9984535" y="-4141721"/>
              <a:ext cx="57272" cy="133636"/>
            </a:xfrm>
            <a:prstGeom prst="roundRect">
              <a:avLst>
                <a:gd name="adj" fmla="val 16666"/>
              </a:avLst>
            </a:prstGeom>
            <a:solidFill>
              <a:srgbClr val="CBD5E1"/>
            </a:solidFill>
            <a:ln w="9539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矩形: 圆角 103">
              <a:extLst>
                <a:ext uri="{FF2B5EF4-FFF2-40B4-BE49-F238E27FC236}">
                  <a16:creationId xmlns:a16="http://schemas.microsoft.com/office/drawing/2014/main" id="{F3E3250E-68C6-00E7-A1C3-A76118F6C78D}"/>
                </a:ext>
              </a:extLst>
            </p:cNvPr>
            <p:cNvSpPr/>
            <p:nvPr/>
          </p:nvSpPr>
          <p:spPr>
            <a:xfrm>
              <a:off x="10079990" y="-4256267"/>
              <a:ext cx="57272" cy="248181"/>
            </a:xfrm>
            <a:prstGeom prst="roundRect">
              <a:avLst>
                <a:gd name="adj" fmla="val 16666"/>
              </a:avLst>
            </a:prstGeom>
            <a:solidFill>
              <a:srgbClr val="0D9488"/>
            </a:solidFill>
            <a:ln w="9539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" name="任意多边形: 形状 104">
              <a:extLst>
                <a:ext uri="{FF2B5EF4-FFF2-40B4-BE49-F238E27FC236}">
                  <a16:creationId xmlns:a16="http://schemas.microsoft.com/office/drawing/2014/main" id="{4740685F-4F18-13C2-8E2D-1BB0234BE6F7}"/>
                </a:ext>
              </a:extLst>
            </p:cNvPr>
            <p:cNvSpPr/>
            <p:nvPr/>
          </p:nvSpPr>
          <p:spPr>
            <a:xfrm>
              <a:off x="9831808" y="-4313539"/>
              <a:ext cx="114545" cy="114545"/>
            </a:xfrm>
            <a:custGeom>
              <a:avLst/>
              <a:gdLst>
                <a:gd name="csX0" fmla="*/ 0 w 114545"/>
                <a:gd name="csY0" fmla="*/ 57273 h 114545"/>
                <a:gd name="csX1" fmla="*/ 47727 w 114545"/>
                <a:gd name="csY1" fmla="*/ 114545 h 114545"/>
                <a:gd name="csX2" fmla="*/ 114545 w 114545"/>
                <a:gd name="csY2" fmla="*/ 0 h 1145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14545" h="114545">
                  <a:moveTo>
                    <a:pt x="0" y="57273"/>
                  </a:moveTo>
                  <a:lnTo>
                    <a:pt x="47727" y="114545"/>
                  </a:lnTo>
                  <a:lnTo>
                    <a:pt x="114545" y="0"/>
                  </a:lnTo>
                </a:path>
              </a:pathLst>
            </a:custGeom>
            <a:noFill/>
            <a:ln w="13355" cap="rnd">
              <a:solidFill>
                <a:srgbClr val="0D9488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矩形: 圆角 105">
              <a:extLst>
                <a:ext uri="{FF2B5EF4-FFF2-40B4-BE49-F238E27FC236}">
                  <a16:creationId xmlns:a16="http://schemas.microsoft.com/office/drawing/2014/main" id="{E988A494-2DAA-8405-0B0F-301EFA371A51}"/>
                </a:ext>
              </a:extLst>
            </p:cNvPr>
            <p:cNvSpPr/>
            <p:nvPr/>
          </p:nvSpPr>
          <p:spPr>
            <a:xfrm>
              <a:off x="4295450" y="-2614450"/>
              <a:ext cx="3245451" cy="1240907"/>
            </a:xfrm>
            <a:prstGeom prst="roundRect">
              <a:avLst>
                <a:gd name="adj" fmla="val 4615"/>
              </a:avLst>
            </a:prstGeom>
            <a:solidFill>
              <a:srgbClr val="FFFFFF"/>
            </a:solidFill>
            <a:ln w="14309" cap="flat">
              <a:solidFill>
                <a:srgbClr val="0284C7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" name="任意多边形: 形状 106">
              <a:extLst>
                <a:ext uri="{FF2B5EF4-FFF2-40B4-BE49-F238E27FC236}">
                  <a16:creationId xmlns:a16="http://schemas.microsoft.com/office/drawing/2014/main" id="{75FA93CD-5A5A-F2FB-7F10-7737C959CC69}"/>
                </a:ext>
              </a:extLst>
            </p:cNvPr>
            <p:cNvSpPr/>
            <p:nvPr/>
          </p:nvSpPr>
          <p:spPr>
            <a:xfrm>
              <a:off x="4705904" y="-2461723"/>
              <a:ext cx="725453" cy="190908"/>
            </a:xfrm>
            <a:custGeom>
              <a:avLst/>
              <a:gdLst>
                <a:gd name="csX0" fmla="*/ 0 w 725453"/>
                <a:gd name="csY0" fmla="*/ 95454 h 190908"/>
                <a:gd name="csX1" fmla="*/ 362727 w 725453"/>
                <a:gd name="csY1" fmla="*/ 0 h 190908"/>
                <a:gd name="csX2" fmla="*/ 725454 w 725453"/>
                <a:gd name="csY2" fmla="*/ 95454 h 190908"/>
                <a:gd name="csX3" fmla="*/ 362727 w 725453"/>
                <a:gd name="csY3" fmla="*/ 190909 h 1909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25453" h="190908">
                  <a:moveTo>
                    <a:pt x="0" y="95454"/>
                  </a:moveTo>
                  <a:lnTo>
                    <a:pt x="362727" y="0"/>
                  </a:lnTo>
                  <a:lnTo>
                    <a:pt x="725454" y="95454"/>
                  </a:lnTo>
                  <a:lnTo>
                    <a:pt x="362727" y="190909"/>
                  </a:lnTo>
                  <a:close/>
                </a:path>
              </a:pathLst>
            </a:custGeom>
            <a:solidFill>
              <a:srgbClr val="E0F2FE"/>
            </a:solidFill>
            <a:ln w="10493" cap="rnd">
              <a:solidFill>
                <a:srgbClr val="0284C7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" name="任意多边形: 形状 107">
              <a:extLst>
                <a:ext uri="{FF2B5EF4-FFF2-40B4-BE49-F238E27FC236}">
                  <a16:creationId xmlns:a16="http://schemas.microsoft.com/office/drawing/2014/main" id="{FA7FDA66-F9F9-7621-CCEA-91023D822A44}"/>
                </a:ext>
              </a:extLst>
            </p:cNvPr>
            <p:cNvSpPr/>
            <p:nvPr/>
          </p:nvSpPr>
          <p:spPr>
            <a:xfrm>
              <a:off x="4705904" y="-2328087"/>
              <a:ext cx="725453" cy="190908"/>
            </a:xfrm>
            <a:custGeom>
              <a:avLst/>
              <a:gdLst>
                <a:gd name="csX0" fmla="*/ 0 w 725453"/>
                <a:gd name="csY0" fmla="*/ 95454 h 190908"/>
                <a:gd name="csX1" fmla="*/ 362727 w 725453"/>
                <a:gd name="csY1" fmla="*/ 0 h 190908"/>
                <a:gd name="csX2" fmla="*/ 725454 w 725453"/>
                <a:gd name="csY2" fmla="*/ 95454 h 190908"/>
                <a:gd name="csX3" fmla="*/ 362727 w 725453"/>
                <a:gd name="csY3" fmla="*/ 190909 h 1909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25453" h="190908">
                  <a:moveTo>
                    <a:pt x="0" y="95454"/>
                  </a:moveTo>
                  <a:lnTo>
                    <a:pt x="362727" y="0"/>
                  </a:lnTo>
                  <a:lnTo>
                    <a:pt x="725454" y="95454"/>
                  </a:lnTo>
                  <a:lnTo>
                    <a:pt x="362727" y="190909"/>
                  </a:lnTo>
                  <a:close/>
                </a:path>
              </a:pathLst>
            </a:custGeom>
            <a:solidFill>
              <a:srgbClr val="BAE6FD"/>
            </a:solidFill>
            <a:ln w="10493" cap="rnd">
              <a:solidFill>
                <a:srgbClr val="0284C7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" name="任意多边形: 形状 108">
              <a:extLst>
                <a:ext uri="{FF2B5EF4-FFF2-40B4-BE49-F238E27FC236}">
                  <a16:creationId xmlns:a16="http://schemas.microsoft.com/office/drawing/2014/main" id="{AE991905-9A20-4EB9-E3AF-0EACB8D4BA61}"/>
                </a:ext>
              </a:extLst>
            </p:cNvPr>
            <p:cNvSpPr/>
            <p:nvPr/>
          </p:nvSpPr>
          <p:spPr>
            <a:xfrm>
              <a:off x="4705904" y="-2194451"/>
              <a:ext cx="725453" cy="190908"/>
            </a:xfrm>
            <a:custGeom>
              <a:avLst/>
              <a:gdLst>
                <a:gd name="csX0" fmla="*/ 0 w 725453"/>
                <a:gd name="csY0" fmla="*/ 95454 h 190908"/>
                <a:gd name="csX1" fmla="*/ 362727 w 725453"/>
                <a:gd name="csY1" fmla="*/ 0 h 190908"/>
                <a:gd name="csX2" fmla="*/ 725454 w 725453"/>
                <a:gd name="csY2" fmla="*/ 95454 h 190908"/>
                <a:gd name="csX3" fmla="*/ 362727 w 725453"/>
                <a:gd name="csY3" fmla="*/ 190909 h 1909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25453" h="190908">
                  <a:moveTo>
                    <a:pt x="0" y="95454"/>
                  </a:moveTo>
                  <a:lnTo>
                    <a:pt x="362727" y="0"/>
                  </a:lnTo>
                  <a:lnTo>
                    <a:pt x="725454" y="95454"/>
                  </a:lnTo>
                  <a:lnTo>
                    <a:pt x="362727" y="190909"/>
                  </a:lnTo>
                  <a:close/>
                </a:path>
              </a:pathLst>
            </a:custGeom>
            <a:solidFill>
              <a:srgbClr val="7DD3FC"/>
            </a:solidFill>
            <a:ln w="10493" cap="rnd">
              <a:solidFill>
                <a:srgbClr val="0284C7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" name="任意多边形: 形状 109">
              <a:extLst>
                <a:ext uri="{FF2B5EF4-FFF2-40B4-BE49-F238E27FC236}">
                  <a16:creationId xmlns:a16="http://schemas.microsoft.com/office/drawing/2014/main" id="{38EFA71D-2AAF-AF93-0CE2-B7E369C9C8D3}"/>
                </a:ext>
              </a:extLst>
            </p:cNvPr>
            <p:cNvSpPr/>
            <p:nvPr/>
          </p:nvSpPr>
          <p:spPr>
            <a:xfrm>
              <a:off x="4705904" y="-1869905"/>
              <a:ext cx="725453" cy="9545"/>
            </a:xfrm>
            <a:custGeom>
              <a:avLst/>
              <a:gdLst>
                <a:gd name="csX0" fmla="*/ 0 w 725453"/>
                <a:gd name="csY0" fmla="*/ 0 h 9545"/>
                <a:gd name="csX1" fmla="*/ 725454 w 725453"/>
                <a:gd name="csY1" fmla="*/ 0 h 95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25453" h="9545">
                  <a:moveTo>
                    <a:pt x="0" y="0"/>
                  </a:moveTo>
                  <a:lnTo>
                    <a:pt x="725454" y="0"/>
                  </a:lnTo>
                </a:path>
              </a:pathLst>
            </a:custGeom>
            <a:ln w="9539" cap="flat">
              <a:solidFill>
                <a:srgbClr val="CBD5E1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" name="矩形: 圆角 110">
              <a:extLst>
                <a:ext uri="{FF2B5EF4-FFF2-40B4-BE49-F238E27FC236}">
                  <a16:creationId xmlns:a16="http://schemas.microsoft.com/office/drawing/2014/main" id="{13C2943F-AD0E-D592-20E4-B9AB26D71692}"/>
                </a:ext>
              </a:extLst>
            </p:cNvPr>
            <p:cNvSpPr/>
            <p:nvPr/>
          </p:nvSpPr>
          <p:spPr>
            <a:xfrm>
              <a:off x="2338634" y="-705361"/>
              <a:ext cx="2195452" cy="1145453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1447" cap="flat">
              <a:solidFill>
                <a:srgbClr val="CBD5E1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" name="任意多边形: 形状 111">
              <a:extLst>
                <a:ext uri="{FF2B5EF4-FFF2-40B4-BE49-F238E27FC236}">
                  <a16:creationId xmlns:a16="http://schemas.microsoft.com/office/drawing/2014/main" id="{2AD336F0-E59C-36D6-FDFE-6F43C44BBB28}"/>
                </a:ext>
              </a:extLst>
            </p:cNvPr>
            <p:cNvSpPr/>
            <p:nvPr/>
          </p:nvSpPr>
          <p:spPr>
            <a:xfrm>
              <a:off x="2548633" y="172819"/>
              <a:ext cx="820908" cy="9545"/>
            </a:xfrm>
            <a:custGeom>
              <a:avLst/>
              <a:gdLst>
                <a:gd name="csX0" fmla="*/ 0 w 820908"/>
                <a:gd name="csY0" fmla="*/ 0 h 9545"/>
                <a:gd name="csX1" fmla="*/ 820908 w 820908"/>
                <a:gd name="csY1" fmla="*/ 0 h 95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820908" h="9545">
                  <a:moveTo>
                    <a:pt x="0" y="0"/>
                  </a:moveTo>
                  <a:lnTo>
                    <a:pt x="820908" y="0"/>
                  </a:lnTo>
                </a:path>
              </a:pathLst>
            </a:custGeom>
            <a:ln w="9539" cap="flat">
              <a:solidFill>
                <a:srgbClr val="CBD5E1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" name="任意多边形: 形状 112">
              <a:extLst>
                <a:ext uri="{FF2B5EF4-FFF2-40B4-BE49-F238E27FC236}">
                  <a16:creationId xmlns:a16="http://schemas.microsoft.com/office/drawing/2014/main" id="{336ED0AC-32AC-A0A3-577F-C8D2C7422048}"/>
                </a:ext>
              </a:extLst>
            </p:cNvPr>
            <p:cNvSpPr/>
            <p:nvPr/>
          </p:nvSpPr>
          <p:spPr>
            <a:xfrm>
              <a:off x="2567724" y="-271042"/>
              <a:ext cx="668181" cy="386589"/>
            </a:xfrm>
            <a:custGeom>
              <a:avLst/>
              <a:gdLst>
                <a:gd name="csX0" fmla="*/ 0 w 668181"/>
                <a:gd name="csY0" fmla="*/ 386589 h 386589"/>
                <a:gd name="csX1" fmla="*/ 420000 w 668181"/>
                <a:gd name="csY1" fmla="*/ 42953 h 386589"/>
                <a:gd name="csX2" fmla="*/ 668181 w 668181"/>
                <a:gd name="csY2" fmla="*/ 4771 h 3865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68181" h="386589">
                  <a:moveTo>
                    <a:pt x="0" y="386589"/>
                  </a:moveTo>
                  <a:cubicBezTo>
                    <a:pt x="140003" y="195680"/>
                    <a:pt x="279997" y="81135"/>
                    <a:pt x="420000" y="42953"/>
                  </a:cubicBezTo>
                  <a:cubicBezTo>
                    <a:pt x="560003" y="4771"/>
                    <a:pt x="642724" y="-7953"/>
                    <a:pt x="668181" y="4771"/>
                  </a:cubicBezTo>
                </a:path>
              </a:pathLst>
            </a:custGeom>
            <a:noFill/>
            <a:ln w="14309" cap="rnd">
              <a:solidFill>
                <a:srgbClr val="0284C7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" name="任意多边形: 形状 113">
              <a:extLst>
                <a:ext uri="{FF2B5EF4-FFF2-40B4-BE49-F238E27FC236}">
                  <a16:creationId xmlns:a16="http://schemas.microsoft.com/office/drawing/2014/main" id="{48B1E52E-50BC-FA26-EC3C-F8D9BF425A66}"/>
                </a:ext>
              </a:extLst>
            </p:cNvPr>
            <p:cNvSpPr/>
            <p:nvPr/>
          </p:nvSpPr>
          <p:spPr>
            <a:xfrm>
              <a:off x="3235906" y="-361725"/>
              <a:ext cx="9545" cy="534544"/>
            </a:xfrm>
            <a:custGeom>
              <a:avLst/>
              <a:gdLst>
                <a:gd name="csX0" fmla="*/ 0 w 9545"/>
                <a:gd name="csY0" fmla="*/ 0 h 534544"/>
                <a:gd name="csX1" fmla="*/ 0 w 9545"/>
                <a:gd name="csY1" fmla="*/ 534545 h 5345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45" h="534544">
                  <a:moveTo>
                    <a:pt x="0" y="0"/>
                  </a:moveTo>
                  <a:lnTo>
                    <a:pt x="0" y="534545"/>
                  </a:lnTo>
                </a:path>
              </a:pathLst>
            </a:custGeom>
            <a:ln w="9539" cap="flat">
              <a:solidFill>
                <a:srgbClr val="0284C7"/>
              </a:solidFill>
              <a:custDash>
                <a:ds d="225000" sp="225000"/>
              </a:custDash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" name="椭圆 114">
              <a:extLst>
                <a:ext uri="{FF2B5EF4-FFF2-40B4-BE49-F238E27FC236}">
                  <a16:creationId xmlns:a16="http://schemas.microsoft.com/office/drawing/2014/main" id="{EDB7EC3B-D386-F4BE-4DD6-F51C63552DD4}"/>
                </a:ext>
              </a:extLst>
            </p:cNvPr>
            <p:cNvSpPr/>
            <p:nvPr/>
          </p:nvSpPr>
          <p:spPr>
            <a:xfrm>
              <a:off x="3192951" y="-309225"/>
              <a:ext cx="85909" cy="85909"/>
            </a:xfrm>
            <a:prstGeom prst="ellipse">
              <a:avLst/>
            </a:prstGeom>
            <a:solidFill>
              <a:srgbClr val="0284C7"/>
            </a:solidFill>
            <a:ln w="0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" name="矩形: 圆角 115">
              <a:extLst>
                <a:ext uri="{FF2B5EF4-FFF2-40B4-BE49-F238E27FC236}">
                  <a16:creationId xmlns:a16="http://schemas.microsoft.com/office/drawing/2014/main" id="{DFEA2C00-68B7-FEB9-31DD-D141D4A85477}"/>
                </a:ext>
              </a:extLst>
            </p:cNvPr>
            <p:cNvSpPr/>
            <p:nvPr/>
          </p:nvSpPr>
          <p:spPr>
            <a:xfrm>
              <a:off x="4820449" y="-705361"/>
              <a:ext cx="2195452" cy="1145453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1447" cap="flat">
              <a:solidFill>
                <a:srgbClr val="CBD5E1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" name="矩形: 圆角 116">
              <a:extLst>
                <a:ext uri="{FF2B5EF4-FFF2-40B4-BE49-F238E27FC236}">
                  <a16:creationId xmlns:a16="http://schemas.microsoft.com/office/drawing/2014/main" id="{0B9B1CCB-B513-C7DB-1205-0A6B240F2F88}"/>
                </a:ext>
              </a:extLst>
            </p:cNvPr>
            <p:cNvSpPr/>
            <p:nvPr/>
          </p:nvSpPr>
          <p:spPr>
            <a:xfrm>
              <a:off x="5030449" y="-495361"/>
              <a:ext cx="133636" cy="85909"/>
            </a:xfrm>
            <a:prstGeom prst="roundRect">
              <a:avLst>
                <a:gd name="adj" fmla="val 16666"/>
              </a:avLst>
            </a:prstGeom>
            <a:solidFill>
              <a:srgbClr val="E2E8F0"/>
            </a:solidFill>
            <a:ln w="9539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" name="矩形: 圆角 117">
              <a:extLst>
                <a:ext uri="{FF2B5EF4-FFF2-40B4-BE49-F238E27FC236}">
                  <a16:creationId xmlns:a16="http://schemas.microsoft.com/office/drawing/2014/main" id="{E8818B61-E2D9-750E-86C2-EA7364E32C5C}"/>
                </a:ext>
              </a:extLst>
            </p:cNvPr>
            <p:cNvSpPr/>
            <p:nvPr/>
          </p:nvSpPr>
          <p:spPr>
            <a:xfrm>
              <a:off x="5192722" y="-495361"/>
              <a:ext cx="133636" cy="85909"/>
            </a:xfrm>
            <a:prstGeom prst="roundRect">
              <a:avLst>
                <a:gd name="adj" fmla="val 16666"/>
              </a:avLst>
            </a:prstGeom>
            <a:solidFill>
              <a:srgbClr val="E2E8F0"/>
            </a:solidFill>
            <a:ln w="9539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" name="矩形: 圆角 118">
              <a:extLst>
                <a:ext uri="{FF2B5EF4-FFF2-40B4-BE49-F238E27FC236}">
                  <a16:creationId xmlns:a16="http://schemas.microsoft.com/office/drawing/2014/main" id="{9395D397-FFA0-2C12-06DB-7C6E14FC6FFB}"/>
                </a:ext>
              </a:extLst>
            </p:cNvPr>
            <p:cNvSpPr/>
            <p:nvPr/>
          </p:nvSpPr>
          <p:spPr>
            <a:xfrm>
              <a:off x="5354994" y="-495361"/>
              <a:ext cx="133636" cy="85909"/>
            </a:xfrm>
            <a:prstGeom prst="roundRect">
              <a:avLst>
                <a:gd name="adj" fmla="val 16666"/>
              </a:avLst>
            </a:prstGeom>
            <a:solidFill>
              <a:srgbClr val="E2E8F0"/>
            </a:solidFill>
            <a:ln w="9539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" name="矩形: 圆角 119">
              <a:extLst>
                <a:ext uri="{FF2B5EF4-FFF2-40B4-BE49-F238E27FC236}">
                  <a16:creationId xmlns:a16="http://schemas.microsoft.com/office/drawing/2014/main" id="{20D74E04-F85D-FCFD-FAB8-A101ED5A4366}"/>
                </a:ext>
              </a:extLst>
            </p:cNvPr>
            <p:cNvSpPr/>
            <p:nvPr/>
          </p:nvSpPr>
          <p:spPr>
            <a:xfrm>
              <a:off x="5517267" y="-495361"/>
              <a:ext cx="133636" cy="85909"/>
            </a:xfrm>
            <a:prstGeom prst="roundRect">
              <a:avLst>
                <a:gd name="adj" fmla="val 16666"/>
              </a:avLst>
            </a:prstGeom>
            <a:solidFill>
              <a:srgbClr val="E2E8F0"/>
            </a:solidFill>
            <a:ln w="9539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" name="矩形: 圆角 120">
              <a:extLst>
                <a:ext uri="{FF2B5EF4-FFF2-40B4-BE49-F238E27FC236}">
                  <a16:creationId xmlns:a16="http://schemas.microsoft.com/office/drawing/2014/main" id="{34550AEE-D4EC-D444-FB73-9C5DA502F414}"/>
                </a:ext>
              </a:extLst>
            </p:cNvPr>
            <p:cNvSpPr/>
            <p:nvPr/>
          </p:nvSpPr>
          <p:spPr>
            <a:xfrm>
              <a:off x="5679540" y="-495361"/>
              <a:ext cx="133636" cy="85909"/>
            </a:xfrm>
            <a:prstGeom prst="roundRect">
              <a:avLst>
                <a:gd name="adj" fmla="val 16666"/>
              </a:avLst>
            </a:prstGeom>
            <a:solidFill>
              <a:srgbClr val="0284C7"/>
            </a:solidFill>
            <a:ln w="9539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" name="矩形: 圆角 121">
              <a:extLst>
                <a:ext uri="{FF2B5EF4-FFF2-40B4-BE49-F238E27FC236}">
                  <a16:creationId xmlns:a16="http://schemas.microsoft.com/office/drawing/2014/main" id="{CFF5E230-BBDD-C814-0E88-C39EA7F17F46}"/>
                </a:ext>
              </a:extLst>
            </p:cNvPr>
            <p:cNvSpPr/>
            <p:nvPr/>
          </p:nvSpPr>
          <p:spPr>
            <a:xfrm>
              <a:off x="5030449" y="-371271"/>
              <a:ext cx="133636" cy="85909"/>
            </a:xfrm>
            <a:prstGeom prst="roundRect">
              <a:avLst>
                <a:gd name="adj" fmla="val 16666"/>
              </a:avLst>
            </a:prstGeom>
            <a:solidFill>
              <a:srgbClr val="E2E8F0"/>
            </a:solidFill>
            <a:ln w="9539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" name="矩形: 圆角 122">
              <a:extLst>
                <a:ext uri="{FF2B5EF4-FFF2-40B4-BE49-F238E27FC236}">
                  <a16:creationId xmlns:a16="http://schemas.microsoft.com/office/drawing/2014/main" id="{01415A62-B565-A02D-A309-26490A0DBB29}"/>
                </a:ext>
              </a:extLst>
            </p:cNvPr>
            <p:cNvSpPr/>
            <p:nvPr/>
          </p:nvSpPr>
          <p:spPr>
            <a:xfrm>
              <a:off x="5192722" y="-371271"/>
              <a:ext cx="133636" cy="85909"/>
            </a:xfrm>
            <a:prstGeom prst="roundRect">
              <a:avLst>
                <a:gd name="adj" fmla="val 16666"/>
              </a:avLst>
            </a:prstGeom>
            <a:solidFill>
              <a:srgbClr val="E2E8F0"/>
            </a:solidFill>
            <a:ln w="9539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" name="矩形: 圆角 123">
              <a:extLst>
                <a:ext uri="{FF2B5EF4-FFF2-40B4-BE49-F238E27FC236}">
                  <a16:creationId xmlns:a16="http://schemas.microsoft.com/office/drawing/2014/main" id="{2DF86063-00C4-CC8C-7AA6-C8854C31B1E5}"/>
                </a:ext>
              </a:extLst>
            </p:cNvPr>
            <p:cNvSpPr/>
            <p:nvPr/>
          </p:nvSpPr>
          <p:spPr>
            <a:xfrm>
              <a:off x="5354994" y="-371271"/>
              <a:ext cx="133636" cy="85909"/>
            </a:xfrm>
            <a:prstGeom prst="roundRect">
              <a:avLst>
                <a:gd name="adj" fmla="val 16666"/>
              </a:avLst>
            </a:prstGeom>
            <a:solidFill>
              <a:srgbClr val="E2E8F0"/>
            </a:solidFill>
            <a:ln w="9539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" name="矩形: 圆角 124">
              <a:extLst>
                <a:ext uri="{FF2B5EF4-FFF2-40B4-BE49-F238E27FC236}">
                  <a16:creationId xmlns:a16="http://schemas.microsoft.com/office/drawing/2014/main" id="{A940AC5D-C7B0-60E0-E8A0-83DDB7633746}"/>
                </a:ext>
              </a:extLst>
            </p:cNvPr>
            <p:cNvSpPr/>
            <p:nvPr/>
          </p:nvSpPr>
          <p:spPr>
            <a:xfrm>
              <a:off x="5517267" y="-371271"/>
              <a:ext cx="133636" cy="85909"/>
            </a:xfrm>
            <a:prstGeom prst="roundRect">
              <a:avLst>
                <a:gd name="adj" fmla="val 16666"/>
              </a:avLst>
            </a:prstGeom>
            <a:solidFill>
              <a:srgbClr val="0284C7"/>
            </a:solidFill>
            <a:ln w="9539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" name="矩形: 圆角 125">
              <a:extLst>
                <a:ext uri="{FF2B5EF4-FFF2-40B4-BE49-F238E27FC236}">
                  <a16:creationId xmlns:a16="http://schemas.microsoft.com/office/drawing/2014/main" id="{0D6A00C5-8182-3E9F-2739-5DF2DAE9C7A4}"/>
                </a:ext>
              </a:extLst>
            </p:cNvPr>
            <p:cNvSpPr/>
            <p:nvPr/>
          </p:nvSpPr>
          <p:spPr>
            <a:xfrm>
              <a:off x="5679540" y="-371271"/>
              <a:ext cx="133636" cy="85909"/>
            </a:xfrm>
            <a:prstGeom prst="roundRect">
              <a:avLst>
                <a:gd name="adj" fmla="val 16666"/>
              </a:avLst>
            </a:prstGeom>
            <a:solidFill>
              <a:srgbClr val="E2E8F0"/>
            </a:solidFill>
            <a:ln w="9539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" name="矩形: 圆角 126">
              <a:extLst>
                <a:ext uri="{FF2B5EF4-FFF2-40B4-BE49-F238E27FC236}">
                  <a16:creationId xmlns:a16="http://schemas.microsoft.com/office/drawing/2014/main" id="{C70801BF-5825-790E-1D12-57D62D9645BA}"/>
                </a:ext>
              </a:extLst>
            </p:cNvPr>
            <p:cNvSpPr/>
            <p:nvPr/>
          </p:nvSpPr>
          <p:spPr>
            <a:xfrm>
              <a:off x="5030449" y="-247180"/>
              <a:ext cx="133636" cy="85909"/>
            </a:xfrm>
            <a:prstGeom prst="roundRect">
              <a:avLst>
                <a:gd name="adj" fmla="val 16666"/>
              </a:avLst>
            </a:prstGeom>
            <a:solidFill>
              <a:srgbClr val="E2E8F0"/>
            </a:solidFill>
            <a:ln w="9539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8" name="矩形: 圆角 127">
              <a:extLst>
                <a:ext uri="{FF2B5EF4-FFF2-40B4-BE49-F238E27FC236}">
                  <a16:creationId xmlns:a16="http://schemas.microsoft.com/office/drawing/2014/main" id="{AFE7602A-BB96-C90B-9158-67C76E2E5118}"/>
                </a:ext>
              </a:extLst>
            </p:cNvPr>
            <p:cNvSpPr/>
            <p:nvPr/>
          </p:nvSpPr>
          <p:spPr>
            <a:xfrm>
              <a:off x="5192722" y="-247180"/>
              <a:ext cx="133636" cy="85909"/>
            </a:xfrm>
            <a:prstGeom prst="roundRect">
              <a:avLst>
                <a:gd name="adj" fmla="val 16666"/>
              </a:avLst>
            </a:prstGeom>
            <a:solidFill>
              <a:srgbClr val="E2E8F0"/>
            </a:solidFill>
            <a:ln w="9539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" name="矩形: 圆角 128">
              <a:extLst>
                <a:ext uri="{FF2B5EF4-FFF2-40B4-BE49-F238E27FC236}">
                  <a16:creationId xmlns:a16="http://schemas.microsoft.com/office/drawing/2014/main" id="{4E2922E5-C7C7-AE8C-F720-37FB68A4C91E}"/>
                </a:ext>
              </a:extLst>
            </p:cNvPr>
            <p:cNvSpPr/>
            <p:nvPr/>
          </p:nvSpPr>
          <p:spPr>
            <a:xfrm>
              <a:off x="5354994" y="-247180"/>
              <a:ext cx="133636" cy="85909"/>
            </a:xfrm>
            <a:prstGeom prst="roundRect">
              <a:avLst>
                <a:gd name="adj" fmla="val 16666"/>
              </a:avLst>
            </a:prstGeom>
            <a:solidFill>
              <a:srgbClr val="0284C7"/>
            </a:solidFill>
            <a:ln w="9539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" name="矩形: 圆角 129">
              <a:extLst>
                <a:ext uri="{FF2B5EF4-FFF2-40B4-BE49-F238E27FC236}">
                  <a16:creationId xmlns:a16="http://schemas.microsoft.com/office/drawing/2014/main" id="{4D425610-D5CD-3280-B39F-EE9BA93E0174}"/>
                </a:ext>
              </a:extLst>
            </p:cNvPr>
            <p:cNvSpPr/>
            <p:nvPr/>
          </p:nvSpPr>
          <p:spPr>
            <a:xfrm>
              <a:off x="5517267" y="-247180"/>
              <a:ext cx="133636" cy="85909"/>
            </a:xfrm>
            <a:prstGeom prst="roundRect">
              <a:avLst>
                <a:gd name="adj" fmla="val 16666"/>
              </a:avLst>
            </a:prstGeom>
            <a:solidFill>
              <a:srgbClr val="E2E8F0"/>
            </a:solidFill>
            <a:ln w="9539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1" name="矩形: 圆角 130">
              <a:extLst>
                <a:ext uri="{FF2B5EF4-FFF2-40B4-BE49-F238E27FC236}">
                  <a16:creationId xmlns:a16="http://schemas.microsoft.com/office/drawing/2014/main" id="{BBE2079E-6098-2778-42BD-54871A4A697F}"/>
                </a:ext>
              </a:extLst>
            </p:cNvPr>
            <p:cNvSpPr/>
            <p:nvPr/>
          </p:nvSpPr>
          <p:spPr>
            <a:xfrm>
              <a:off x="5679540" y="-247180"/>
              <a:ext cx="133636" cy="85909"/>
            </a:xfrm>
            <a:prstGeom prst="roundRect">
              <a:avLst>
                <a:gd name="adj" fmla="val 16666"/>
              </a:avLst>
            </a:prstGeom>
            <a:solidFill>
              <a:srgbClr val="E2E8F0"/>
            </a:solidFill>
            <a:ln w="9539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" name="矩形: 圆角 131">
              <a:extLst>
                <a:ext uri="{FF2B5EF4-FFF2-40B4-BE49-F238E27FC236}">
                  <a16:creationId xmlns:a16="http://schemas.microsoft.com/office/drawing/2014/main" id="{111C3CCA-9925-027C-DBC8-8085F22FD38A}"/>
                </a:ext>
              </a:extLst>
            </p:cNvPr>
            <p:cNvSpPr/>
            <p:nvPr/>
          </p:nvSpPr>
          <p:spPr>
            <a:xfrm>
              <a:off x="5030449" y="-123089"/>
              <a:ext cx="133636" cy="85909"/>
            </a:xfrm>
            <a:prstGeom prst="roundRect">
              <a:avLst>
                <a:gd name="adj" fmla="val 16666"/>
              </a:avLst>
            </a:prstGeom>
            <a:solidFill>
              <a:srgbClr val="E2E8F0"/>
            </a:solidFill>
            <a:ln w="9539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" name="矩形: 圆角 132">
              <a:extLst>
                <a:ext uri="{FF2B5EF4-FFF2-40B4-BE49-F238E27FC236}">
                  <a16:creationId xmlns:a16="http://schemas.microsoft.com/office/drawing/2014/main" id="{AF5CAA75-5ED5-A4A8-DDA5-7DF6F489D885}"/>
                </a:ext>
              </a:extLst>
            </p:cNvPr>
            <p:cNvSpPr/>
            <p:nvPr/>
          </p:nvSpPr>
          <p:spPr>
            <a:xfrm>
              <a:off x="5192722" y="-123089"/>
              <a:ext cx="133636" cy="85909"/>
            </a:xfrm>
            <a:prstGeom prst="roundRect">
              <a:avLst>
                <a:gd name="adj" fmla="val 16666"/>
              </a:avLst>
            </a:prstGeom>
            <a:solidFill>
              <a:srgbClr val="0284C7"/>
            </a:solidFill>
            <a:ln w="9539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" name="矩形: 圆角 133">
              <a:extLst>
                <a:ext uri="{FF2B5EF4-FFF2-40B4-BE49-F238E27FC236}">
                  <a16:creationId xmlns:a16="http://schemas.microsoft.com/office/drawing/2014/main" id="{4DFF1EFD-374B-593E-841F-0760D5818E66}"/>
                </a:ext>
              </a:extLst>
            </p:cNvPr>
            <p:cNvSpPr/>
            <p:nvPr/>
          </p:nvSpPr>
          <p:spPr>
            <a:xfrm>
              <a:off x="5354994" y="-123089"/>
              <a:ext cx="133636" cy="85909"/>
            </a:xfrm>
            <a:prstGeom prst="roundRect">
              <a:avLst>
                <a:gd name="adj" fmla="val 16666"/>
              </a:avLst>
            </a:prstGeom>
            <a:solidFill>
              <a:srgbClr val="E2E8F0"/>
            </a:solidFill>
            <a:ln w="9539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" name="矩形: 圆角 134">
              <a:extLst>
                <a:ext uri="{FF2B5EF4-FFF2-40B4-BE49-F238E27FC236}">
                  <a16:creationId xmlns:a16="http://schemas.microsoft.com/office/drawing/2014/main" id="{BF66172D-89D6-BA27-281D-DA45F8A1F08F}"/>
                </a:ext>
              </a:extLst>
            </p:cNvPr>
            <p:cNvSpPr/>
            <p:nvPr/>
          </p:nvSpPr>
          <p:spPr>
            <a:xfrm>
              <a:off x="5517267" y="-123089"/>
              <a:ext cx="133636" cy="85909"/>
            </a:xfrm>
            <a:prstGeom prst="roundRect">
              <a:avLst>
                <a:gd name="adj" fmla="val 16666"/>
              </a:avLst>
            </a:prstGeom>
            <a:solidFill>
              <a:srgbClr val="E2E8F0"/>
            </a:solidFill>
            <a:ln w="9539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" name="矩形: 圆角 135">
              <a:extLst>
                <a:ext uri="{FF2B5EF4-FFF2-40B4-BE49-F238E27FC236}">
                  <a16:creationId xmlns:a16="http://schemas.microsoft.com/office/drawing/2014/main" id="{63694669-7BBE-EDD6-C738-003AFE1E348E}"/>
                </a:ext>
              </a:extLst>
            </p:cNvPr>
            <p:cNvSpPr/>
            <p:nvPr/>
          </p:nvSpPr>
          <p:spPr>
            <a:xfrm>
              <a:off x="5679540" y="-123089"/>
              <a:ext cx="133636" cy="85909"/>
            </a:xfrm>
            <a:prstGeom prst="roundRect">
              <a:avLst>
                <a:gd name="adj" fmla="val 16666"/>
              </a:avLst>
            </a:prstGeom>
            <a:solidFill>
              <a:srgbClr val="E2E8F0"/>
            </a:solidFill>
            <a:ln w="9539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" name="矩形: 圆角 136">
              <a:extLst>
                <a:ext uri="{FF2B5EF4-FFF2-40B4-BE49-F238E27FC236}">
                  <a16:creationId xmlns:a16="http://schemas.microsoft.com/office/drawing/2014/main" id="{8661C433-3714-1EDE-CB61-D6859680FABB}"/>
                </a:ext>
              </a:extLst>
            </p:cNvPr>
            <p:cNvSpPr/>
            <p:nvPr/>
          </p:nvSpPr>
          <p:spPr>
            <a:xfrm>
              <a:off x="5030449" y="1001"/>
              <a:ext cx="133636" cy="85909"/>
            </a:xfrm>
            <a:prstGeom prst="roundRect">
              <a:avLst>
                <a:gd name="adj" fmla="val 16666"/>
              </a:avLst>
            </a:prstGeom>
            <a:solidFill>
              <a:srgbClr val="0284C7"/>
            </a:solidFill>
            <a:ln w="9539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" name="矩形: 圆角 137">
              <a:extLst>
                <a:ext uri="{FF2B5EF4-FFF2-40B4-BE49-F238E27FC236}">
                  <a16:creationId xmlns:a16="http://schemas.microsoft.com/office/drawing/2014/main" id="{97F0BB81-FD55-F0F9-5753-EF8C6E3EA358}"/>
                </a:ext>
              </a:extLst>
            </p:cNvPr>
            <p:cNvSpPr/>
            <p:nvPr/>
          </p:nvSpPr>
          <p:spPr>
            <a:xfrm>
              <a:off x="5192722" y="1001"/>
              <a:ext cx="133636" cy="85909"/>
            </a:xfrm>
            <a:prstGeom prst="roundRect">
              <a:avLst>
                <a:gd name="adj" fmla="val 16666"/>
              </a:avLst>
            </a:prstGeom>
            <a:solidFill>
              <a:srgbClr val="E2E8F0"/>
            </a:solidFill>
            <a:ln w="9539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" name="矩形: 圆角 138">
              <a:extLst>
                <a:ext uri="{FF2B5EF4-FFF2-40B4-BE49-F238E27FC236}">
                  <a16:creationId xmlns:a16="http://schemas.microsoft.com/office/drawing/2014/main" id="{CB8DAB4D-9227-3871-76A9-978BCF28D7C7}"/>
                </a:ext>
              </a:extLst>
            </p:cNvPr>
            <p:cNvSpPr/>
            <p:nvPr/>
          </p:nvSpPr>
          <p:spPr>
            <a:xfrm>
              <a:off x="5354994" y="1001"/>
              <a:ext cx="133636" cy="85909"/>
            </a:xfrm>
            <a:prstGeom prst="roundRect">
              <a:avLst>
                <a:gd name="adj" fmla="val 16666"/>
              </a:avLst>
            </a:prstGeom>
            <a:solidFill>
              <a:srgbClr val="E2E8F0"/>
            </a:solidFill>
            <a:ln w="9539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0" name="矩形: 圆角 139">
              <a:extLst>
                <a:ext uri="{FF2B5EF4-FFF2-40B4-BE49-F238E27FC236}">
                  <a16:creationId xmlns:a16="http://schemas.microsoft.com/office/drawing/2014/main" id="{81F4020F-35FE-0B74-BF18-930D1A4CC38B}"/>
                </a:ext>
              </a:extLst>
            </p:cNvPr>
            <p:cNvSpPr/>
            <p:nvPr/>
          </p:nvSpPr>
          <p:spPr>
            <a:xfrm>
              <a:off x="5517267" y="1001"/>
              <a:ext cx="133636" cy="85909"/>
            </a:xfrm>
            <a:prstGeom prst="roundRect">
              <a:avLst>
                <a:gd name="adj" fmla="val 16666"/>
              </a:avLst>
            </a:prstGeom>
            <a:solidFill>
              <a:srgbClr val="E2E8F0"/>
            </a:solidFill>
            <a:ln w="9539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" name="矩形: 圆角 140">
              <a:extLst>
                <a:ext uri="{FF2B5EF4-FFF2-40B4-BE49-F238E27FC236}">
                  <a16:creationId xmlns:a16="http://schemas.microsoft.com/office/drawing/2014/main" id="{54851784-439A-6590-9E90-36671CBBBFD2}"/>
                </a:ext>
              </a:extLst>
            </p:cNvPr>
            <p:cNvSpPr/>
            <p:nvPr/>
          </p:nvSpPr>
          <p:spPr>
            <a:xfrm>
              <a:off x="5679540" y="1001"/>
              <a:ext cx="133636" cy="85909"/>
            </a:xfrm>
            <a:prstGeom prst="roundRect">
              <a:avLst>
                <a:gd name="adj" fmla="val 16666"/>
              </a:avLst>
            </a:prstGeom>
            <a:solidFill>
              <a:srgbClr val="E2E8F0"/>
            </a:solidFill>
            <a:ln w="9539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" name="矩形: 圆角 141">
              <a:extLst>
                <a:ext uri="{FF2B5EF4-FFF2-40B4-BE49-F238E27FC236}">
                  <a16:creationId xmlns:a16="http://schemas.microsoft.com/office/drawing/2014/main" id="{36ECBF4A-801B-F450-A862-D203748F6F8A}"/>
                </a:ext>
              </a:extLst>
            </p:cNvPr>
            <p:cNvSpPr/>
            <p:nvPr/>
          </p:nvSpPr>
          <p:spPr>
            <a:xfrm>
              <a:off x="7302265" y="-705361"/>
              <a:ext cx="2195452" cy="1145453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1447" cap="flat">
              <a:solidFill>
                <a:srgbClr val="CBD5E1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" name="任意多边形: 形状 142">
              <a:extLst>
                <a:ext uri="{FF2B5EF4-FFF2-40B4-BE49-F238E27FC236}">
                  <a16:creationId xmlns:a16="http://schemas.microsoft.com/office/drawing/2014/main" id="{49EE6C8A-0B67-423E-624B-15AB6F9C0173}"/>
                </a:ext>
              </a:extLst>
            </p:cNvPr>
            <p:cNvSpPr/>
            <p:nvPr/>
          </p:nvSpPr>
          <p:spPr>
            <a:xfrm>
              <a:off x="7512265" y="191910"/>
              <a:ext cx="744544" cy="9545"/>
            </a:xfrm>
            <a:custGeom>
              <a:avLst/>
              <a:gdLst>
                <a:gd name="csX0" fmla="*/ 0 w 744544"/>
                <a:gd name="csY0" fmla="*/ 0 h 9545"/>
                <a:gd name="csX1" fmla="*/ 744545 w 744544"/>
                <a:gd name="csY1" fmla="*/ 0 h 95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44544" h="9545">
                  <a:moveTo>
                    <a:pt x="0" y="0"/>
                  </a:moveTo>
                  <a:lnTo>
                    <a:pt x="744545" y="0"/>
                  </a:lnTo>
                </a:path>
              </a:pathLst>
            </a:custGeom>
            <a:ln w="9539" cap="flat">
              <a:solidFill>
                <a:srgbClr val="CBD5E1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" name="矩形: 圆角 143">
              <a:extLst>
                <a:ext uri="{FF2B5EF4-FFF2-40B4-BE49-F238E27FC236}">
                  <a16:creationId xmlns:a16="http://schemas.microsoft.com/office/drawing/2014/main" id="{05234369-1EAF-A2D1-28A5-6979CC9678E5}"/>
                </a:ext>
              </a:extLst>
            </p:cNvPr>
            <p:cNvSpPr/>
            <p:nvPr/>
          </p:nvSpPr>
          <p:spPr>
            <a:xfrm>
              <a:off x="7569538" y="-18089"/>
              <a:ext cx="133636" cy="209999"/>
            </a:xfrm>
            <a:prstGeom prst="roundRect">
              <a:avLst>
                <a:gd name="adj" fmla="val 10714"/>
              </a:avLst>
            </a:prstGeom>
            <a:solidFill>
              <a:srgbClr val="CBD5E1"/>
            </a:solidFill>
            <a:ln w="9539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" name="矩形: 圆角 144">
              <a:extLst>
                <a:ext uri="{FF2B5EF4-FFF2-40B4-BE49-F238E27FC236}">
                  <a16:creationId xmlns:a16="http://schemas.microsoft.com/office/drawing/2014/main" id="{4999BD60-1DED-FF27-793F-F058B92AE7D2}"/>
                </a:ext>
              </a:extLst>
            </p:cNvPr>
            <p:cNvSpPr/>
            <p:nvPr/>
          </p:nvSpPr>
          <p:spPr>
            <a:xfrm>
              <a:off x="7779538" y="-132634"/>
              <a:ext cx="133636" cy="324545"/>
            </a:xfrm>
            <a:prstGeom prst="roundRect">
              <a:avLst>
                <a:gd name="adj" fmla="val 10714"/>
              </a:avLst>
            </a:prstGeom>
            <a:solidFill>
              <a:srgbClr val="CBD5E1"/>
            </a:solidFill>
            <a:ln w="9539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" name="矩形: 圆角 145">
              <a:extLst>
                <a:ext uri="{FF2B5EF4-FFF2-40B4-BE49-F238E27FC236}">
                  <a16:creationId xmlns:a16="http://schemas.microsoft.com/office/drawing/2014/main" id="{68A7D5AF-4E8B-1B7B-C7E0-968579B6D207}"/>
                </a:ext>
              </a:extLst>
            </p:cNvPr>
            <p:cNvSpPr/>
            <p:nvPr/>
          </p:nvSpPr>
          <p:spPr>
            <a:xfrm>
              <a:off x="7989537" y="-247180"/>
              <a:ext cx="133636" cy="439090"/>
            </a:xfrm>
            <a:prstGeom prst="roundRect">
              <a:avLst>
                <a:gd name="adj" fmla="val 10714"/>
              </a:avLst>
            </a:prstGeom>
            <a:solidFill>
              <a:srgbClr val="059669"/>
            </a:solidFill>
            <a:ln w="9539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" name="矩形: 圆角 146">
              <a:extLst>
                <a:ext uri="{FF2B5EF4-FFF2-40B4-BE49-F238E27FC236}">
                  <a16:creationId xmlns:a16="http://schemas.microsoft.com/office/drawing/2014/main" id="{ACEA7C78-803E-3FF2-A8A9-74CC212E750F}"/>
                </a:ext>
              </a:extLst>
            </p:cNvPr>
            <p:cNvSpPr/>
            <p:nvPr/>
          </p:nvSpPr>
          <p:spPr>
            <a:xfrm>
              <a:off x="8199537" y="-189907"/>
              <a:ext cx="133636" cy="381817"/>
            </a:xfrm>
            <a:prstGeom prst="roundRect">
              <a:avLst>
                <a:gd name="adj" fmla="val 10714"/>
              </a:avLst>
            </a:prstGeom>
            <a:solidFill>
              <a:srgbClr val="CBD5E1"/>
            </a:solidFill>
            <a:ln w="9539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" name="任意多边形: 形状 147">
              <a:extLst>
                <a:ext uri="{FF2B5EF4-FFF2-40B4-BE49-F238E27FC236}">
                  <a16:creationId xmlns:a16="http://schemas.microsoft.com/office/drawing/2014/main" id="{E8F25D3A-457D-7313-8771-16397D929970}"/>
                </a:ext>
              </a:extLst>
            </p:cNvPr>
            <p:cNvSpPr/>
            <p:nvPr/>
          </p:nvSpPr>
          <p:spPr>
            <a:xfrm>
              <a:off x="8008628" y="-371271"/>
              <a:ext cx="95454" cy="76363"/>
            </a:xfrm>
            <a:custGeom>
              <a:avLst/>
              <a:gdLst>
                <a:gd name="csX0" fmla="*/ 0 w 95454"/>
                <a:gd name="csY0" fmla="*/ 38182 h 76363"/>
                <a:gd name="csX1" fmla="*/ 28636 w 95454"/>
                <a:gd name="csY1" fmla="*/ 76364 h 76363"/>
                <a:gd name="csX2" fmla="*/ 95454 w 95454"/>
                <a:gd name="csY2" fmla="*/ 0 h 7636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95454" h="76363">
                  <a:moveTo>
                    <a:pt x="0" y="38182"/>
                  </a:moveTo>
                  <a:lnTo>
                    <a:pt x="28636" y="76364"/>
                  </a:lnTo>
                  <a:lnTo>
                    <a:pt x="95454" y="0"/>
                  </a:lnTo>
                </a:path>
              </a:pathLst>
            </a:custGeom>
            <a:noFill/>
            <a:ln w="15263" cap="rnd">
              <a:solidFill>
                <a:srgbClr val="059669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" name="矩形: 圆角 148">
              <a:extLst>
                <a:ext uri="{FF2B5EF4-FFF2-40B4-BE49-F238E27FC236}">
                  <a16:creationId xmlns:a16="http://schemas.microsoft.com/office/drawing/2014/main" id="{4037211E-A833-3689-A84F-EFDEE762568A}"/>
                </a:ext>
              </a:extLst>
            </p:cNvPr>
            <p:cNvSpPr/>
            <p:nvPr/>
          </p:nvSpPr>
          <p:spPr>
            <a:xfrm>
              <a:off x="4581813" y="1108272"/>
              <a:ext cx="2672724" cy="1145453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2401" cap="flat">
              <a:solidFill>
                <a:srgbClr val="D97706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" name="任意多边形: 形状 149">
              <a:extLst>
                <a:ext uri="{FF2B5EF4-FFF2-40B4-BE49-F238E27FC236}">
                  <a16:creationId xmlns:a16="http://schemas.microsoft.com/office/drawing/2014/main" id="{EF474232-B111-13E0-B870-E8A14F25B7EB}"/>
                </a:ext>
              </a:extLst>
            </p:cNvPr>
            <p:cNvSpPr/>
            <p:nvPr/>
          </p:nvSpPr>
          <p:spPr>
            <a:xfrm>
              <a:off x="4810904" y="1375545"/>
              <a:ext cx="1088180" cy="591817"/>
            </a:xfrm>
            <a:custGeom>
              <a:avLst/>
              <a:gdLst>
                <a:gd name="csX0" fmla="*/ 0 w 1088180"/>
                <a:gd name="csY0" fmla="*/ 591818 h 591817"/>
                <a:gd name="csX1" fmla="*/ 544090 w 1088180"/>
                <a:gd name="csY1" fmla="*/ 0 h 591817"/>
                <a:gd name="csX2" fmla="*/ 1088181 w 1088180"/>
                <a:gd name="csY2" fmla="*/ 591818 h 5918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088180" h="591817">
                  <a:moveTo>
                    <a:pt x="0" y="591818"/>
                  </a:moveTo>
                  <a:cubicBezTo>
                    <a:pt x="257727" y="591818"/>
                    <a:pt x="295909" y="0"/>
                    <a:pt x="544090" y="0"/>
                  </a:cubicBezTo>
                  <a:cubicBezTo>
                    <a:pt x="792272" y="0"/>
                    <a:pt x="830454" y="591818"/>
                    <a:pt x="1088181" y="591818"/>
                  </a:cubicBezTo>
                </a:path>
              </a:pathLst>
            </a:custGeom>
            <a:noFill/>
            <a:ln w="13355" cap="rnd">
              <a:solidFill>
                <a:srgbClr val="64748B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" name="矩形 150">
              <a:extLst>
                <a:ext uri="{FF2B5EF4-FFF2-40B4-BE49-F238E27FC236}">
                  <a16:creationId xmlns:a16="http://schemas.microsoft.com/office/drawing/2014/main" id="{1168E255-4519-36E7-109F-4B586DAD112B}"/>
                </a:ext>
              </a:extLst>
            </p:cNvPr>
            <p:cNvSpPr/>
            <p:nvPr/>
          </p:nvSpPr>
          <p:spPr>
            <a:xfrm>
              <a:off x="5164085" y="1413727"/>
              <a:ext cx="381817" cy="553635"/>
            </a:xfrm>
            <a:prstGeom prst="rect">
              <a:avLst/>
            </a:prstGeom>
            <a:solidFill>
              <a:srgbClr val="D97706">
                <a:alpha val="16000"/>
              </a:srgbClr>
            </a:solidFill>
            <a:ln w="9539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" name="任意多边形: 形状 151">
              <a:extLst>
                <a:ext uri="{FF2B5EF4-FFF2-40B4-BE49-F238E27FC236}">
                  <a16:creationId xmlns:a16="http://schemas.microsoft.com/office/drawing/2014/main" id="{9B28ED6F-737E-7547-EBCD-A3F33EE2B4CA}"/>
                </a:ext>
              </a:extLst>
            </p:cNvPr>
            <p:cNvSpPr/>
            <p:nvPr/>
          </p:nvSpPr>
          <p:spPr>
            <a:xfrm>
              <a:off x="5164085" y="1413727"/>
              <a:ext cx="9545" cy="553635"/>
            </a:xfrm>
            <a:custGeom>
              <a:avLst/>
              <a:gdLst>
                <a:gd name="csX0" fmla="*/ 0 w 9545"/>
                <a:gd name="csY0" fmla="*/ 0 h 553635"/>
                <a:gd name="csX1" fmla="*/ 0 w 9545"/>
                <a:gd name="csY1" fmla="*/ 553636 h 5536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45" h="553635">
                  <a:moveTo>
                    <a:pt x="0" y="0"/>
                  </a:moveTo>
                  <a:lnTo>
                    <a:pt x="0" y="553636"/>
                  </a:lnTo>
                </a:path>
              </a:pathLst>
            </a:custGeom>
            <a:ln w="10493" cap="flat">
              <a:solidFill>
                <a:srgbClr val="D97706"/>
              </a:solidFill>
              <a:custDash>
                <a:ds d="225000" sp="150000"/>
              </a:custDash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" name="任意多边形: 形状 152">
              <a:extLst>
                <a:ext uri="{FF2B5EF4-FFF2-40B4-BE49-F238E27FC236}">
                  <a16:creationId xmlns:a16="http://schemas.microsoft.com/office/drawing/2014/main" id="{80A0EBDE-D8DB-906E-ED06-644B0295F81C}"/>
                </a:ext>
              </a:extLst>
            </p:cNvPr>
            <p:cNvSpPr/>
            <p:nvPr/>
          </p:nvSpPr>
          <p:spPr>
            <a:xfrm>
              <a:off x="5545903" y="1413727"/>
              <a:ext cx="9545" cy="553635"/>
            </a:xfrm>
            <a:custGeom>
              <a:avLst/>
              <a:gdLst>
                <a:gd name="csX0" fmla="*/ 0 w 9545"/>
                <a:gd name="csY0" fmla="*/ 0 h 553635"/>
                <a:gd name="csX1" fmla="*/ 0 w 9545"/>
                <a:gd name="csY1" fmla="*/ 553636 h 5536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45" h="553635">
                  <a:moveTo>
                    <a:pt x="0" y="0"/>
                  </a:moveTo>
                  <a:lnTo>
                    <a:pt x="0" y="553636"/>
                  </a:lnTo>
                </a:path>
              </a:pathLst>
            </a:custGeom>
            <a:ln w="10493" cap="flat">
              <a:solidFill>
                <a:srgbClr val="D97706"/>
              </a:solidFill>
              <a:custDash>
                <a:ds d="225000" sp="150000"/>
              </a:custDash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" name="任意多边形: 形状 153">
              <a:extLst>
                <a:ext uri="{FF2B5EF4-FFF2-40B4-BE49-F238E27FC236}">
                  <a16:creationId xmlns:a16="http://schemas.microsoft.com/office/drawing/2014/main" id="{172DBF66-204F-B988-1C87-E5B0EA51B1AC}"/>
                </a:ext>
              </a:extLst>
            </p:cNvPr>
            <p:cNvSpPr/>
            <p:nvPr/>
          </p:nvSpPr>
          <p:spPr>
            <a:xfrm>
              <a:off x="5354994" y="1413727"/>
              <a:ext cx="9545" cy="553635"/>
            </a:xfrm>
            <a:custGeom>
              <a:avLst/>
              <a:gdLst>
                <a:gd name="csX0" fmla="*/ 0 w 9545"/>
                <a:gd name="csY0" fmla="*/ 0 h 553635"/>
                <a:gd name="csX1" fmla="*/ 0 w 9545"/>
                <a:gd name="csY1" fmla="*/ 553636 h 5536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45" h="553635">
                  <a:moveTo>
                    <a:pt x="0" y="0"/>
                  </a:moveTo>
                  <a:lnTo>
                    <a:pt x="0" y="553636"/>
                  </a:lnTo>
                </a:path>
              </a:pathLst>
            </a:custGeom>
            <a:ln w="12401" cap="flat">
              <a:solidFill>
                <a:srgbClr val="D97706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" name="椭圆 154">
              <a:extLst>
                <a:ext uri="{FF2B5EF4-FFF2-40B4-BE49-F238E27FC236}">
                  <a16:creationId xmlns:a16="http://schemas.microsoft.com/office/drawing/2014/main" id="{57713A97-67D8-9DB4-6363-87C62B361762}"/>
                </a:ext>
              </a:extLst>
            </p:cNvPr>
            <p:cNvSpPr/>
            <p:nvPr/>
          </p:nvSpPr>
          <p:spPr>
            <a:xfrm>
              <a:off x="5326358" y="1346909"/>
              <a:ext cx="57272" cy="57272"/>
            </a:xfrm>
            <a:prstGeom prst="ellipse">
              <a:avLst/>
            </a:prstGeom>
            <a:solidFill>
              <a:srgbClr val="D97706"/>
            </a:solidFill>
            <a:ln w="0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" name="矩形: 圆角 155">
              <a:extLst>
                <a:ext uri="{FF2B5EF4-FFF2-40B4-BE49-F238E27FC236}">
                  <a16:creationId xmlns:a16="http://schemas.microsoft.com/office/drawing/2014/main" id="{1E2FCA0C-D9FF-5E29-0CEC-4BA733CB41E2}"/>
                </a:ext>
              </a:extLst>
            </p:cNvPr>
            <p:cNvSpPr/>
            <p:nvPr/>
          </p:nvSpPr>
          <p:spPr>
            <a:xfrm>
              <a:off x="4009087" y="3208270"/>
              <a:ext cx="3818178" cy="1240907"/>
            </a:xfrm>
            <a:prstGeom prst="roundRect">
              <a:avLst>
                <a:gd name="adj" fmla="val 4615"/>
              </a:avLst>
            </a:prstGeom>
            <a:solidFill>
              <a:srgbClr val="FFFFFF"/>
            </a:solidFill>
            <a:ln w="14309" cap="flat">
              <a:solidFill>
                <a:srgbClr val="059669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" name="矩形: 圆角 156">
              <a:extLst>
                <a:ext uri="{FF2B5EF4-FFF2-40B4-BE49-F238E27FC236}">
                  <a16:creationId xmlns:a16="http://schemas.microsoft.com/office/drawing/2014/main" id="{3082C86A-8FF1-99CA-F579-7C7AB0937DE4}"/>
                </a:ext>
              </a:extLst>
            </p:cNvPr>
            <p:cNvSpPr/>
            <p:nvPr/>
          </p:nvSpPr>
          <p:spPr>
            <a:xfrm>
              <a:off x="4257268" y="3360998"/>
              <a:ext cx="591817" cy="706362"/>
            </a:xfrm>
            <a:prstGeom prst="roundRect">
              <a:avLst>
                <a:gd name="adj" fmla="val 3225"/>
              </a:avLst>
            </a:prstGeom>
            <a:solidFill>
              <a:srgbClr val="FFFFFF"/>
            </a:solidFill>
            <a:ln w="11447" cap="flat">
              <a:solidFill>
                <a:srgbClr val="CBD5E1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8" name="矩形: 圆角 157">
              <a:extLst>
                <a:ext uri="{FF2B5EF4-FFF2-40B4-BE49-F238E27FC236}">
                  <a16:creationId xmlns:a16="http://schemas.microsoft.com/office/drawing/2014/main" id="{37ACBDE6-186A-337E-3D33-5BEE4A360D41}"/>
                </a:ext>
              </a:extLst>
            </p:cNvPr>
            <p:cNvSpPr/>
            <p:nvPr/>
          </p:nvSpPr>
          <p:spPr>
            <a:xfrm>
              <a:off x="4419541" y="3475543"/>
              <a:ext cx="591817" cy="706362"/>
            </a:xfrm>
            <a:prstGeom prst="roundRect">
              <a:avLst>
                <a:gd name="adj" fmla="val 3225"/>
              </a:avLst>
            </a:prstGeom>
            <a:solidFill>
              <a:srgbClr val="FFFFFF"/>
            </a:solidFill>
            <a:ln w="11447" cap="flat">
              <a:solidFill>
                <a:srgbClr val="CBD5E1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9" name="矩形: 圆角 158">
              <a:extLst>
                <a:ext uri="{FF2B5EF4-FFF2-40B4-BE49-F238E27FC236}">
                  <a16:creationId xmlns:a16="http://schemas.microsoft.com/office/drawing/2014/main" id="{14472ED0-17DE-95D7-8FED-BC26D905CDE7}"/>
                </a:ext>
              </a:extLst>
            </p:cNvPr>
            <p:cNvSpPr/>
            <p:nvPr/>
          </p:nvSpPr>
          <p:spPr>
            <a:xfrm>
              <a:off x="4581813" y="3590088"/>
              <a:ext cx="591817" cy="706362"/>
            </a:xfrm>
            <a:prstGeom prst="roundRect">
              <a:avLst>
                <a:gd name="adj" fmla="val 3225"/>
              </a:avLst>
            </a:prstGeom>
            <a:solidFill>
              <a:srgbClr val="FFFFFF"/>
            </a:solidFill>
            <a:ln w="11447" cap="flat">
              <a:solidFill>
                <a:srgbClr val="059669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0" name="任意多边形: 形状 159">
              <a:extLst>
                <a:ext uri="{FF2B5EF4-FFF2-40B4-BE49-F238E27FC236}">
                  <a16:creationId xmlns:a16="http://schemas.microsoft.com/office/drawing/2014/main" id="{4BD0B11E-6E89-D399-D556-CF52578AEF80}"/>
                </a:ext>
              </a:extLst>
            </p:cNvPr>
            <p:cNvSpPr/>
            <p:nvPr/>
          </p:nvSpPr>
          <p:spPr>
            <a:xfrm>
              <a:off x="4677268" y="3780997"/>
              <a:ext cx="381817" cy="9545"/>
            </a:xfrm>
            <a:custGeom>
              <a:avLst/>
              <a:gdLst>
                <a:gd name="csX0" fmla="*/ 0 w 381817"/>
                <a:gd name="csY0" fmla="*/ 0 h 9545"/>
                <a:gd name="csX1" fmla="*/ 381818 w 381817"/>
                <a:gd name="csY1" fmla="*/ 0 h 95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81817" h="9545">
                  <a:moveTo>
                    <a:pt x="0" y="0"/>
                  </a:moveTo>
                  <a:lnTo>
                    <a:pt x="381818" y="0"/>
                  </a:lnTo>
                </a:path>
              </a:pathLst>
            </a:custGeom>
            <a:ln w="17171" cap="flat">
              <a:solidFill>
                <a:srgbClr val="CBD5E1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" name="任意多边形: 形状 160">
              <a:extLst>
                <a:ext uri="{FF2B5EF4-FFF2-40B4-BE49-F238E27FC236}">
                  <a16:creationId xmlns:a16="http://schemas.microsoft.com/office/drawing/2014/main" id="{08A98DA7-1E95-6EF6-6F30-33B7608C4629}"/>
                </a:ext>
              </a:extLst>
            </p:cNvPr>
            <p:cNvSpPr/>
            <p:nvPr/>
          </p:nvSpPr>
          <p:spPr>
            <a:xfrm>
              <a:off x="4677268" y="3905088"/>
              <a:ext cx="276817" cy="9545"/>
            </a:xfrm>
            <a:custGeom>
              <a:avLst/>
              <a:gdLst>
                <a:gd name="csX0" fmla="*/ 0 w 276817"/>
                <a:gd name="csY0" fmla="*/ 0 h 9545"/>
                <a:gd name="csX1" fmla="*/ 276818 w 276817"/>
                <a:gd name="csY1" fmla="*/ 0 h 95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76817" h="9545">
                  <a:moveTo>
                    <a:pt x="0" y="0"/>
                  </a:moveTo>
                  <a:lnTo>
                    <a:pt x="276818" y="0"/>
                  </a:lnTo>
                </a:path>
              </a:pathLst>
            </a:custGeom>
            <a:ln w="17171" cap="flat">
              <a:solidFill>
                <a:srgbClr val="CBD5E1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" name="任意多边形: 形状 161">
              <a:extLst>
                <a:ext uri="{FF2B5EF4-FFF2-40B4-BE49-F238E27FC236}">
                  <a16:creationId xmlns:a16="http://schemas.microsoft.com/office/drawing/2014/main" id="{1AE128F9-8E24-5BDD-8293-829705A8C446}"/>
                </a:ext>
              </a:extLst>
            </p:cNvPr>
            <p:cNvSpPr/>
            <p:nvPr/>
          </p:nvSpPr>
          <p:spPr>
            <a:xfrm>
              <a:off x="4677268" y="4029179"/>
              <a:ext cx="171818" cy="9545"/>
            </a:xfrm>
            <a:custGeom>
              <a:avLst/>
              <a:gdLst>
                <a:gd name="csX0" fmla="*/ 0 w 171818"/>
                <a:gd name="csY0" fmla="*/ 0 h 9545"/>
                <a:gd name="csX1" fmla="*/ 171818 w 171818"/>
                <a:gd name="csY1" fmla="*/ 0 h 95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71818" h="9545">
                  <a:moveTo>
                    <a:pt x="0" y="0"/>
                  </a:moveTo>
                  <a:lnTo>
                    <a:pt x="171818" y="0"/>
                  </a:lnTo>
                </a:path>
              </a:pathLst>
            </a:custGeom>
            <a:ln w="17171" cap="flat">
              <a:solidFill>
                <a:srgbClr val="CBD5E1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C32A530D-8877-3BA6-7AE2-B65909DC6AE9}"/>
              </a:ext>
            </a:extLst>
          </p:cNvPr>
          <p:cNvSpPr txBox="1"/>
          <p:nvPr/>
        </p:nvSpPr>
        <p:spPr>
          <a:xfrm>
            <a:off x="1000922" y="-6622968"/>
            <a:ext cx="20056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 arm:</a:t>
            </a:r>
          </a:p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Real Source Data</a:t>
            </a:r>
          </a:p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(real93)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" name="文本框 162">
            <a:extLst>
              <a:ext uri="{FF2B5EF4-FFF2-40B4-BE49-F238E27FC236}">
                <a16:creationId xmlns:a16="http://schemas.microsoft.com/office/drawing/2014/main" id="{6841CB2C-EFB6-1D22-DFDA-868139B69998}"/>
              </a:ext>
            </a:extLst>
          </p:cNvPr>
          <p:cNvSpPr txBox="1"/>
          <p:nvPr/>
        </p:nvSpPr>
        <p:spPr>
          <a:xfrm>
            <a:off x="3681305" y="-6761468"/>
            <a:ext cx="23452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B arm:</a:t>
            </a:r>
          </a:p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Traditional Offline Augmentation</a:t>
            </a:r>
          </a:p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(aug1085)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5" name="文本框 164">
            <a:extLst>
              <a:ext uri="{FF2B5EF4-FFF2-40B4-BE49-F238E27FC236}">
                <a16:creationId xmlns:a16="http://schemas.microsoft.com/office/drawing/2014/main" id="{19CA8D63-32CE-B574-F166-59505006042D}"/>
              </a:ext>
            </a:extLst>
          </p:cNvPr>
          <p:cNvSpPr txBox="1"/>
          <p:nvPr/>
        </p:nvSpPr>
        <p:spPr>
          <a:xfrm>
            <a:off x="6827715" y="-6763503"/>
            <a:ext cx="168507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 arm:</a:t>
            </a:r>
          </a:p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AI Edited </a:t>
            </a:r>
          </a:p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Synthetic Data</a:t>
            </a:r>
          </a:p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(gen1085)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05867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</TotalTime>
  <Words>28</Words>
  <Application>Microsoft Office PowerPoint</Application>
  <PresentationFormat>自定义</PresentationFormat>
  <Paragraphs>10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zhangyizhou@connect.hku.hk</dc:creator>
  <cp:lastModifiedBy>zhangyizhou@connect.hku.hk</cp:lastModifiedBy>
  <cp:revision>2</cp:revision>
  <dcterms:created xsi:type="dcterms:W3CDTF">2026-09-24T05:33:46Z</dcterms:created>
  <dcterms:modified xsi:type="dcterms:W3CDTF">2026-09-24T06:13:00Z</dcterms:modified>
</cp:coreProperties>
</file>